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6858000" cx="12192000"/>
  <p:notesSz cx="6858000" cy="9144000"/>
  <p:embeddedFontLst>
    <p:embeddedFont>
      <p:font typeface="Montserrat SemiBold"/>
      <p:regular r:id="rId37"/>
      <p:bold r:id="rId38"/>
      <p:italic r:id="rId39"/>
      <p:boldItalic r:id="rId40"/>
    </p:embeddedFont>
    <p:embeddedFont>
      <p:font typeface="Play"/>
      <p:regular r:id="rId41"/>
      <p:bold r:id="rId42"/>
    </p:embeddedFont>
    <p:embeddedFont>
      <p:font typeface="Inter SemiBold"/>
      <p:regular r:id="rId43"/>
      <p:bold r:id="rId44"/>
      <p:italic r:id="rId45"/>
      <p:boldItalic r:id="rId46"/>
    </p:embeddedFont>
    <p:embeddedFont>
      <p:font typeface="Montserrat"/>
      <p:regular r:id="rId47"/>
      <p:bold r:id="rId48"/>
      <p:italic r:id="rId49"/>
      <p:boldItalic r:id="rId50"/>
    </p:embeddedFont>
    <p:embeddedFont>
      <p:font typeface="Inter"/>
      <p:regular r:id="rId51"/>
      <p:bold r:id="rId52"/>
      <p:italic r:id="rId53"/>
      <p:boldItalic r:id="rId54"/>
    </p:embeddedFont>
    <p:embeddedFont>
      <p:font typeface="Montserrat Medium"/>
      <p:regular r:id="rId55"/>
      <p:bold r:id="rId56"/>
      <p:italic r:id="rId57"/>
      <p:boldItalic r:id="rId58"/>
    </p:embeddedFont>
    <p:embeddedFont>
      <p:font typeface="Montserrat ExtraBold"/>
      <p:bold r:id="rId59"/>
      <p:boldItalic r:id="rId60"/>
    </p:embeddedFont>
    <p:embeddedFont>
      <p:font typeface="Inter Medium"/>
      <p:regular r:id="rId61"/>
      <p:bold r:id="rId62"/>
      <p:italic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65" roundtripDataSignature="AMtx7mgvIkLSJ3kRAllJ0nQuZoj2+KfYq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SemiBold-boldItalic.fntdata"/><Relationship Id="rId42" Type="http://schemas.openxmlformats.org/officeDocument/2006/relationships/font" Target="fonts/Play-bold.fntdata"/><Relationship Id="rId41" Type="http://schemas.openxmlformats.org/officeDocument/2006/relationships/font" Target="fonts/Play-regular.fntdata"/><Relationship Id="rId44" Type="http://schemas.openxmlformats.org/officeDocument/2006/relationships/font" Target="fonts/InterSemiBold-bold.fntdata"/><Relationship Id="rId43" Type="http://schemas.openxmlformats.org/officeDocument/2006/relationships/font" Target="fonts/InterSemiBold-regular.fntdata"/><Relationship Id="rId46" Type="http://schemas.openxmlformats.org/officeDocument/2006/relationships/font" Target="fonts/InterSemiBold-boldItalic.fntdata"/><Relationship Id="rId45" Type="http://schemas.openxmlformats.org/officeDocument/2006/relationships/font" Target="fonts/InterSemiBold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Montserrat-bold.fntdata"/><Relationship Id="rId47" Type="http://schemas.openxmlformats.org/officeDocument/2006/relationships/font" Target="fonts/Montserrat-regular.fntdata"/><Relationship Id="rId49" Type="http://schemas.openxmlformats.org/officeDocument/2006/relationships/font" Target="fonts/Montserrat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font" Target="fonts/MontserratSemiBold-regular.fntdata"/><Relationship Id="rId36" Type="http://schemas.openxmlformats.org/officeDocument/2006/relationships/slide" Target="slides/slide30.xml"/><Relationship Id="rId39" Type="http://schemas.openxmlformats.org/officeDocument/2006/relationships/font" Target="fonts/MontserratSemiBold-italic.fntdata"/><Relationship Id="rId38" Type="http://schemas.openxmlformats.org/officeDocument/2006/relationships/font" Target="fonts/MontserratSemiBold-bold.fntdata"/><Relationship Id="rId62" Type="http://schemas.openxmlformats.org/officeDocument/2006/relationships/font" Target="fonts/InterMedium-bold.fntdata"/><Relationship Id="rId61" Type="http://schemas.openxmlformats.org/officeDocument/2006/relationships/font" Target="fonts/InterMedium-regular.fntdata"/><Relationship Id="rId20" Type="http://schemas.openxmlformats.org/officeDocument/2006/relationships/slide" Target="slides/slide14.xml"/><Relationship Id="rId64" Type="http://schemas.openxmlformats.org/officeDocument/2006/relationships/font" Target="fonts/InterMedium-boldItalic.fntdata"/><Relationship Id="rId63" Type="http://schemas.openxmlformats.org/officeDocument/2006/relationships/font" Target="fonts/InterMedium-italic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65" Type="http://customschemas.google.com/relationships/presentationmetadata" Target="meta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font" Target="fonts/MontserratExtraBold-boldItalic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Inter-regular.fntdata"/><Relationship Id="rId50" Type="http://schemas.openxmlformats.org/officeDocument/2006/relationships/font" Target="fonts/Montserrat-boldItalic.fntdata"/><Relationship Id="rId53" Type="http://schemas.openxmlformats.org/officeDocument/2006/relationships/font" Target="fonts/Inter-italic.fntdata"/><Relationship Id="rId52" Type="http://schemas.openxmlformats.org/officeDocument/2006/relationships/font" Target="fonts/Inter-bold.fntdata"/><Relationship Id="rId11" Type="http://schemas.openxmlformats.org/officeDocument/2006/relationships/slide" Target="slides/slide5.xml"/><Relationship Id="rId55" Type="http://schemas.openxmlformats.org/officeDocument/2006/relationships/font" Target="fonts/MontserratMedium-regular.fntdata"/><Relationship Id="rId10" Type="http://schemas.openxmlformats.org/officeDocument/2006/relationships/slide" Target="slides/slide4.xml"/><Relationship Id="rId54" Type="http://schemas.openxmlformats.org/officeDocument/2006/relationships/font" Target="fonts/Inter-boldItalic.fntdata"/><Relationship Id="rId13" Type="http://schemas.openxmlformats.org/officeDocument/2006/relationships/slide" Target="slides/slide7.xml"/><Relationship Id="rId57" Type="http://schemas.openxmlformats.org/officeDocument/2006/relationships/font" Target="fonts/MontserratMedium-italic.fntdata"/><Relationship Id="rId12" Type="http://schemas.openxmlformats.org/officeDocument/2006/relationships/slide" Target="slides/slide6.xml"/><Relationship Id="rId56" Type="http://schemas.openxmlformats.org/officeDocument/2006/relationships/font" Target="fonts/MontserratMedium-bold.fntdata"/><Relationship Id="rId15" Type="http://schemas.openxmlformats.org/officeDocument/2006/relationships/slide" Target="slides/slide9.xml"/><Relationship Id="rId59" Type="http://schemas.openxmlformats.org/officeDocument/2006/relationships/font" Target="fonts/MontserratExtraBold-bold.fntdata"/><Relationship Id="rId14" Type="http://schemas.openxmlformats.org/officeDocument/2006/relationships/slide" Target="slides/slide8.xml"/><Relationship Id="rId58" Type="http://schemas.openxmlformats.org/officeDocument/2006/relationships/font" Target="fonts/MontserratMedium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4c478f6c840f279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h4c478f6c840f2799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2cbbacd64be43a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h2cbbacd64be43ae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h5dcf4a5e61b7b94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h5dcf4a5e61b7b94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h2cbbacd64be43ae2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h2cbbacd64be43ae2_0_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h2cbbacd64be43ae2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h2cbbacd64be43ae2_0_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h2cbbacd64be43ae2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h2cbbacd64be43ae2_0_1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h2cbbacd64be43ae2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h2cbbacd64be43ae2_0_1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2cbbacd64be43ae2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h2cbbacd64be43ae2_0_1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h2cbbacd64be43ae2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h2cbbacd64be43ae2_0_18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52211feb925dae3c_1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0" name="Google Shape;380;h52211feb925dae3c_1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h661f2e6144e1f622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4" name="Google Shape;454;h661f2e6144e1f622_0_3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h661f2e6144e1f622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h661f2e6144e1f622_0_11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h661f2e6144e1f62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h661f2e6144e1f622_0_215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661f2e6144e1f622_0_546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h661f2e6144e1f622_0_546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h661f2e6144e1f622_0_546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661f2e6144e1f622_0_550"/>
          <p:cNvSpPr txBox="1"/>
          <p:nvPr>
            <p:ph type="ctrTitle"/>
          </p:nvPr>
        </p:nvSpPr>
        <p:spPr>
          <a:xfrm>
            <a:off x="685818" y="2130425"/>
            <a:ext cx="77727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h661f2e6144e1f622_0_550"/>
          <p:cNvSpPr txBox="1"/>
          <p:nvPr>
            <p:ph idx="1" type="subTitle"/>
          </p:nvPr>
        </p:nvSpPr>
        <p:spPr>
          <a:xfrm>
            <a:off x="1371637" y="3886200"/>
            <a:ext cx="64011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h661f2e6144e1f622_0_550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h661f2e6144e1f622_0_550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h661f2e6144e1f622_0_550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h661f2e6144e1f622_0_556"/>
          <p:cNvSpPr txBox="1"/>
          <p:nvPr>
            <p:ph type="title"/>
          </p:nvPr>
        </p:nvSpPr>
        <p:spPr>
          <a:xfrm>
            <a:off x="457212" y="274638"/>
            <a:ext cx="8229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h661f2e6144e1f622_0_556"/>
          <p:cNvSpPr txBox="1"/>
          <p:nvPr>
            <p:ph idx="1" type="body"/>
          </p:nvPr>
        </p:nvSpPr>
        <p:spPr>
          <a:xfrm>
            <a:off x="457212" y="1600200"/>
            <a:ext cx="82299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h661f2e6144e1f622_0_556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h661f2e6144e1f622_0_556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h661f2e6144e1f622_0_556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661f2e6144e1f622_0_562"/>
          <p:cNvSpPr txBox="1"/>
          <p:nvPr>
            <p:ph type="title"/>
          </p:nvPr>
        </p:nvSpPr>
        <p:spPr>
          <a:xfrm>
            <a:off x="722332" y="4406900"/>
            <a:ext cx="77727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h661f2e6144e1f622_0_562"/>
          <p:cNvSpPr txBox="1"/>
          <p:nvPr>
            <p:ph idx="1" type="body"/>
          </p:nvPr>
        </p:nvSpPr>
        <p:spPr>
          <a:xfrm>
            <a:off x="722332" y="2906713"/>
            <a:ext cx="77727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h661f2e6144e1f622_0_562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h661f2e6144e1f622_0_562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h661f2e6144e1f622_0_562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661f2e6144e1f622_0_568"/>
          <p:cNvSpPr txBox="1"/>
          <p:nvPr>
            <p:ph type="title"/>
          </p:nvPr>
        </p:nvSpPr>
        <p:spPr>
          <a:xfrm>
            <a:off x="457212" y="274638"/>
            <a:ext cx="8229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h661f2e6144e1f622_0_568"/>
          <p:cNvSpPr txBox="1"/>
          <p:nvPr>
            <p:ph idx="1" type="body"/>
          </p:nvPr>
        </p:nvSpPr>
        <p:spPr>
          <a:xfrm>
            <a:off x="457212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1" name="Google Shape;111;h661f2e6144e1f622_0_568"/>
          <p:cNvSpPr txBox="1"/>
          <p:nvPr>
            <p:ph idx="2" type="body"/>
          </p:nvPr>
        </p:nvSpPr>
        <p:spPr>
          <a:xfrm>
            <a:off x="4648324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2" name="Google Shape;112;h661f2e6144e1f622_0_568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h661f2e6144e1f622_0_568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h661f2e6144e1f622_0_568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661f2e6144e1f622_0_575"/>
          <p:cNvSpPr txBox="1"/>
          <p:nvPr>
            <p:ph type="title"/>
          </p:nvPr>
        </p:nvSpPr>
        <p:spPr>
          <a:xfrm>
            <a:off x="457212" y="274638"/>
            <a:ext cx="8229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h661f2e6144e1f622_0_575"/>
          <p:cNvSpPr txBox="1"/>
          <p:nvPr>
            <p:ph idx="1" type="body"/>
          </p:nvPr>
        </p:nvSpPr>
        <p:spPr>
          <a:xfrm>
            <a:off x="457212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8" name="Google Shape;118;h661f2e6144e1f622_0_575"/>
          <p:cNvSpPr txBox="1"/>
          <p:nvPr>
            <p:ph idx="2" type="body"/>
          </p:nvPr>
        </p:nvSpPr>
        <p:spPr>
          <a:xfrm>
            <a:off x="457212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9" name="Google Shape;119;h661f2e6144e1f622_0_575"/>
          <p:cNvSpPr txBox="1"/>
          <p:nvPr>
            <p:ph idx="3" type="body"/>
          </p:nvPr>
        </p:nvSpPr>
        <p:spPr>
          <a:xfrm>
            <a:off x="4645149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h661f2e6144e1f622_0_575"/>
          <p:cNvSpPr txBox="1"/>
          <p:nvPr>
            <p:ph idx="4" type="body"/>
          </p:nvPr>
        </p:nvSpPr>
        <p:spPr>
          <a:xfrm>
            <a:off x="4645149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1" name="Google Shape;121;h661f2e6144e1f622_0_575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h661f2e6144e1f622_0_575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h661f2e6144e1f622_0_575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h661f2e6144e1f622_0_584"/>
          <p:cNvSpPr txBox="1"/>
          <p:nvPr>
            <p:ph type="title"/>
          </p:nvPr>
        </p:nvSpPr>
        <p:spPr>
          <a:xfrm>
            <a:off x="457212" y="274638"/>
            <a:ext cx="8229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h661f2e6144e1f622_0_584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h661f2e6144e1f622_0_584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h661f2e6144e1f622_0_584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661f2e6144e1f622_0_589"/>
          <p:cNvSpPr txBox="1"/>
          <p:nvPr>
            <p:ph type="title"/>
          </p:nvPr>
        </p:nvSpPr>
        <p:spPr>
          <a:xfrm>
            <a:off x="457212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h661f2e6144e1f622_0_589"/>
          <p:cNvSpPr txBox="1"/>
          <p:nvPr>
            <p:ph idx="1" type="body"/>
          </p:nvPr>
        </p:nvSpPr>
        <p:spPr>
          <a:xfrm>
            <a:off x="3575145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h661f2e6144e1f622_0_589"/>
          <p:cNvSpPr txBox="1"/>
          <p:nvPr>
            <p:ph idx="2" type="body"/>
          </p:nvPr>
        </p:nvSpPr>
        <p:spPr>
          <a:xfrm>
            <a:off x="457212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3" name="Google Shape;133;h661f2e6144e1f622_0_589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h661f2e6144e1f622_0_589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h661f2e6144e1f622_0_589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661f2e6144e1f622_0_596"/>
          <p:cNvSpPr txBox="1"/>
          <p:nvPr>
            <p:ph type="title"/>
          </p:nvPr>
        </p:nvSpPr>
        <p:spPr>
          <a:xfrm>
            <a:off x="1792336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h661f2e6144e1f622_0_596"/>
          <p:cNvSpPr/>
          <p:nvPr>
            <p:ph idx="2" type="pic"/>
          </p:nvPr>
        </p:nvSpPr>
        <p:spPr>
          <a:xfrm>
            <a:off x="1792336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h661f2e6144e1f622_0_596"/>
          <p:cNvSpPr txBox="1"/>
          <p:nvPr>
            <p:ph idx="1" type="body"/>
          </p:nvPr>
        </p:nvSpPr>
        <p:spPr>
          <a:xfrm>
            <a:off x="1792336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0" name="Google Shape;140;h661f2e6144e1f622_0_596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h661f2e6144e1f622_0_596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h661f2e6144e1f622_0_596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661f2e6144e1f622_0_603"/>
          <p:cNvSpPr txBox="1"/>
          <p:nvPr>
            <p:ph type="title"/>
          </p:nvPr>
        </p:nvSpPr>
        <p:spPr>
          <a:xfrm>
            <a:off x="457212" y="274638"/>
            <a:ext cx="8229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h661f2e6144e1f622_0_603"/>
          <p:cNvSpPr txBox="1"/>
          <p:nvPr>
            <p:ph idx="1" type="body"/>
          </p:nvPr>
        </p:nvSpPr>
        <p:spPr>
          <a:xfrm rot="5400000">
            <a:off x="2309032" y="-251700"/>
            <a:ext cx="4526100" cy="82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h661f2e6144e1f622_0_603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h661f2e6144e1f622_0_603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h661f2e6144e1f622_0_603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661f2e6144e1f622_0_609"/>
          <p:cNvSpPr txBox="1"/>
          <p:nvPr>
            <p:ph type="title"/>
          </p:nvPr>
        </p:nvSpPr>
        <p:spPr>
          <a:xfrm rot="5400000">
            <a:off x="4732582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h661f2e6144e1f622_0_609"/>
          <p:cNvSpPr txBox="1"/>
          <p:nvPr>
            <p:ph idx="1" type="body"/>
          </p:nvPr>
        </p:nvSpPr>
        <p:spPr>
          <a:xfrm rot="5400000">
            <a:off x="541373" y="190338"/>
            <a:ext cx="5851500" cy="60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h661f2e6144e1f622_0_609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h661f2e6144e1f622_0_609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h661f2e6144e1f622_0_609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661f2e6144e1f622_0_540"/>
          <p:cNvSpPr txBox="1"/>
          <p:nvPr>
            <p:ph type="title"/>
          </p:nvPr>
        </p:nvSpPr>
        <p:spPr>
          <a:xfrm>
            <a:off x="457212" y="274638"/>
            <a:ext cx="8229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2" name="Google Shape;82;h661f2e6144e1f622_0_540"/>
          <p:cNvSpPr txBox="1"/>
          <p:nvPr>
            <p:ph idx="1" type="body"/>
          </p:nvPr>
        </p:nvSpPr>
        <p:spPr>
          <a:xfrm>
            <a:off x="457212" y="1600200"/>
            <a:ext cx="82299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h661f2e6144e1f622_0_540"/>
          <p:cNvSpPr txBox="1"/>
          <p:nvPr>
            <p:ph idx="10" type="dt"/>
          </p:nvPr>
        </p:nvSpPr>
        <p:spPr>
          <a:xfrm>
            <a:off x="4572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h661f2e6144e1f622_0_540"/>
          <p:cNvSpPr txBox="1"/>
          <p:nvPr>
            <p:ph idx="11" type="ftr"/>
          </p:nvPr>
        </p:nvSpPr>
        <p:spPr>
          <a:xfrm>
            <a:off x="3124283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h661f2e6144e1f622_0_540"/>
          <p:cNvSpPr txBox="1"/>
          <p:nvPr>
            <p:ph idx="12" type="sldNum"/>
          </p:nvPr>
        </p:nvSpPr>
        <p:spPr>
          <a:xfrm>
            <a:off x="6553375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10" Type="http://schemas.openxmlformats.org/officeDocument/2006/relationships/image" Target="../media/image25.png"/><Relationship Id="rId9" Type="http://schemas.openxmlformats.org/officeDocument/2006/relationships/image" Target="../media/image23.png"/><Relationship Id="rId5" Type="http://schemas.openxmlformats.org/officeDocument/2006/relationships/image" Target="../media/image22.png"/><Relationship Id="rId6" Type="http://schemas.openxmlformats.org/officeDocument/2006/relationships/image" Target="../media/image12.png"/><Relationship Id="rId7" Type="http://schemas.openxmlformats.org/officeDocument/2006/relationships/image" Target="../media/image9.png"/><Relationship Id="rId8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9" Type="http://schemas.openxmlformats.org/officeDocument/2006/relationships/image" Target="../media/image19.png"/><Relationship Id="rId5" Type="http://schemas.openxmlformats.org/officeDocument/2006/relationships/image" Target="../media/image27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4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4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5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4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7.png"/><Relationship Id="rId4" Type="http://schemas.openxmlformats.org/officeDocument/2006/relationships/image" Target="../media/image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Relationship Id="rId4" Type="http://schemas.openxmlformats.org/officeDocument/2006/relationships/image" Target="../media/image28.png"/><Relationship Id="rId5" Type="http://schemas.openxmlformats.org/officeDocument/2006/relationships/image" Target="../media/image4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1" Type="http://schemas.openxmlformats.org/officeDocument/2006/relationships/image" Target="../media/image48.png"/><Relationship Id="rId10" Type="http://schemas.openxmlformats.org/officeDocument/2006/relationships/image" Target="../media/image43.png"/><Relationship Id="rId13" Type="http://schemas.openxmlformats.org/officeDocument/2006/relationships/image" Target="../media/image40.png"/><Relationship Id="rId1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6.png"/><Relationship Id="rId4" Type="http://schemas.openxmlformats.org/officeDocument/2006/relationships/image" Target="../media/image50.png"/><Relationship Id="rId9" Type="http://schemas.openxmlformats.org/officeDocument/2006/relationships/image" Target="../media/image36.png"/><Relationship Id="rId15" Type="http://schemas.openxmlformats.org/officeDocument/2006/relationships/image" Target="../media/image54.png"/><Relationship Id="rId14" Type="http://schemas.openxmlformats.org/officeDocument/2006/relationships/image" Target="../media/image41.png"/><Relationship Id="rId17" Type="http://schemas.openxmlformats.org/officeDocument/2006/relationships/image" Target="../media/image59.png"/><Relationship Id="rId16" Type="http://schemas.openxmlformats.org/officeDocument/2006/relationships/image" Target="../media/image56.png"/><Relationship Id="rId5" Type="http://schemas.openxmlformats.org/officeDocument/2006/relationships/image" Target="../media/image44.png"/><Relationship Id="rId19" Type="http://schemas.openxmlformats.org/officeDocument/2006/relationships/image" Target="../media/image57.png"/><Relationship Id="rId6" Type="http://schemas.openxmlformats.org/officeDocument/2006/relationships/image" Target="../media/image38.png"/><Relationship Id="rId18" Type="http://schemas.openxmlformats.org/officeDocument/2006/relationships/image" Target="../media/image60.png"/><Relationship Id="rId7" Type="http://schemas.openxmlformats.org/officeDocument/2006/relationships/image" Target="../media/image39.png"/><Relationship Id="rId8" Type="http://schemas.openxmlformats.org/officeDocument/2006/relationships/image" Target="../media/image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3.png"/><Relationship Id="rId4" Type="http://schemas.openxmlformats.org/officeDocument/2006/relationships/image" Target="../media/image5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2.png"/><Relationship Id="rId4" Type="http://schemas.openxmlformats.org/officeDocument/2006/relationships/image" Target="../media/image18.png"/><Relationship Id="rId5" Type="http://schemas.openxmlformats.org/officeDocument/2006/relationships/image" Target="../media/image42.png"/><Relationship Id="rId6" Type="http://schemas.openxmlformats.org/officeDocument/2006/relationships/image" Target="../media/image6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5.png"/><Relationship Id="rId4" Type="http://schemas.openxmlformats.org/officeDocument/2006/relationships/image" Target="../media/image53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6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73.png"/><Relationship Id="rId6" Type="http://schemas.openxmlformats.org/officeDocument/2006/relationships/image" Target="../media/image7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1.png"/><Relationship Id="rId4" Type="http://schemas.openxmlformats.org/officeDocument/2006/relationships/image" Target="../media/image74.png"/><Relationship Id="rId5" Type="http://schemas.openxmlformats.org/officeDocument/2006/relationships/image" Target="../media/image77.png"/><Relationship Id="rId6" Type="http://schemas.openxmlformats.org/officeDocument/2006/relationships/image" Target="../media/image79.png"/><Relationship Id="rId7" Type="http://schemas.openxmlformats.org/officeDocument/2006/relationships/image" Target="../media/image7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6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h4c478f6c840f2799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99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165" name="Google Shape;165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0" name="Google Shape;17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025" y="136700"/>
            <a:ext cx="11705955" cy="6584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3"/>
          <p:cNvSpPr txBox="1"/>
          <p:nvPr/>
        </p:nvSpPr>
        <p:spPr>
          <a:xfrm>
            <a:off x="295275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72" name="Google Shape;172;p3"/>
          <p:cNvSpPr txBox="1"/>
          <p:nvPr/>
        </p:nvSpPr>
        <p:spPr>
          <a:xfrm>
            <a:off x="295200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 sz="1371"/>
          </a:p>
        </p:txBody>
      </p:sp>
      <p:sp>
        <p:nvSpPr>
          <p:cNvPr id="173" name="Google Shape;173;p3"/>
          <p:cNvSpPr txBox="1"/>
          <p:nvPr/>
        </p:nvSpPr>
        <p:spPr>
          <a:xfrm>
            <a:off x="357582" y="5170608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VENTA &amp; QA</a:t>
            </a:r>
            <a:endParaRPr sz="1371"/>
          </a:p>
        </p:txBody>
      </p:sp>
      <p:pic>
        <p:nvPicPr>
          <p:cNvPr id="174" name="Google Shape;17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9203" y="1495646"/>
            <a:ext cx="2332200" cy="2366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75" name="Google Shape;17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64059" y="1455321"/>
            <a:ext cx="2332200" cy="2367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76" name="Google Shape;17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5774" y="1455321"/>
            <a:ext cx="2332200" cy="2378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77" name="Google Shape;177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512" y="1443603"/>
            <a:ext cx="2355300" cy="2390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78" name="Google Shape;178;p3"/>
          <p:cNvSpPr txBox="1"/>
          <p:nvPr/>
        </p:nvSpPr>
        <p:spPr>
          <a:xfrm>
            <a:off x="3303487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9" name="Google Shape;179;p3"/>
          <p:cNvSpPr txBox="1"/>
          <p:nvPr/>
        </p:nvSpPr>
        <p:spPr>
          <a:xfrm>
            <a:off x="3447489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80" name="Google Shape;180;p3"/>
          <p:cNvSpPr txBox="1"/>
          <p:nvPr/>
        </p:nvSpPr>
        <p:spPr>
          <a:xfrm>
            <a:off x="6311773" y="4019035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p3"/>
          <p:cNvSpPr txBox="1"/>
          <p:nvPr/>
        </p:nvSpPr>
        <p:spPr>
          <a:xfrm>
            <a:off x="6374153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82" name="Google Shape;182;p3"/>
          <p:cNvSpPr txBox="1"/>
          <p:nvPr/>
        </p:nvSpPr>
        <p:spPr>
          <a:xfrm>
            <a:off x="9423246" y="4034478"/>
            <a:ext cx="24135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3" name="Google Shape;183;p3"/>
          <p:cNvSpPr txBox="1"/>
          <p:nvPr/>
        </p:nvSpPr>
        <p:spPr>
          <a:xfrm>
            <a:off x="9401699" y="5180541"/>
            <a:ext cx="24951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84" name="Google Shape;184;p3" title="logo.png"/>
          <p:cNvPicPr preferRelativeResize="0"/>
          <p:nvPr/>
        </p:nvPicPr>
        <p:blipFill rotWithShape="1">
          <a:blip r:embed="rId8">
            <a:alphaModFix/>
          </a:blip>
          <a:srcRect b="0" l="4771" r="0" t="0"/>
          <a:stretch/>
        </p:blipFill>
        <p:spPr>
          <a:xfrm>
            <a:off x="9177876" y="5723250"/>
            <a:ext cx="3057325" cy="1168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5" name="Google Shape;185;p3"/>
          <p:cNvCxnSpPr/>
          <p:nvPr/>
        </p:nvCxnSpPr>
        <p:spPr>
          <a:xfrm>
            <a:off x="795175" y="6378600"/>
            <a:ext cx="8294400" cy="114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6" name="Google Shape;186;p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" y="0"/>
            <a:ext cx="1213058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8021" y="0"/>
            <a:ext cx="1213058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2" name="Google Shape;19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4"/>
          <p:cNvSpPr txBox="1"/>
          <p:nvPr/>
        </p:nvSpPr>
        <p:spPr>
          <a:xfrm>
            <a:off x="982325" y="2919850"/>
            <a:ext cx="102273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8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4" name="Google Shape;194;p4"/>
          <p:cNvSpPr txBox="1"/>
          <p:nvPr/>
        </p:nvSpPr>
        <p:spPr>
          <a:xfrm>
            <a:off x="2286000" y="4489964"/>
            <a:ext cx="76200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4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</a:t>
            </a:r>
            <a:r>
              <a:rPr lang="en-US" sz="4400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deporte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95" name="Google Shape;19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500" y="109952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Los clubes pierden plata en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01" name="Google Shape;201;h6614320cb80fea18_0_582"/>
          <p:cNvGrpSpPr/>
          <p:nvPr/>
        </p:nvGrpSpPr>
        <p:grpSpPr>
          <a:xfrm>
            <a:off x="762000" y="1371700"/>
            <a:ext cx="3333900" cy="4819650"/>
            <a:chOff x="0" y="0"/>
            <a:chExt cx="3333900" cy="4191000"/>
          </a:xfrm>
        </p:grpSpPr>
        <p:sp>
          <p:nvSpPr>
            <p:cNvPr id="202" name="Google Shape;202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05" name="Google Shape;205;h6614320cb80fea18_0_582"/>
          <p:cNvGrpSpPr/>
          <p:nvPr/>
        </p:nvGrpSpPr>
        <p:grpSpPr>
          <a:xfrm>
            <a:off x="4429125" y="1371600"/>
            <a:ext cx="3333900" cy="4819650"/>
            <a:chOff x="0" y="0"/>
            <a:chExt cx="3333900" cy="4191000"/>
          </a:xfrm>
        </p:grpSpPr>
        <p:sp>
          <p:nvSpPr>
            <p:cNvPr id="206" name="Google Shape;206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100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09" name="Google Shape;209;h6614320cb80fea18_0_582"/>
          <p:cNvGrpSpPr/>
          <p:nvPr/>
        </p:nvGrpSpPr>
        <p:grpSpPr>
          <a:xfrm>
            <a:off x="8096250" y="1371700"/>
            <a:ext cx="3333900" cy="4819650"/>
            <a:chOff x="0" y="0"/>
            <a:chExt cx="3333900" cy="4191000"/>
          </a:xfrm>
        </p:grpSpPr>
        <p:sp>
          <p:nvSpPr>
            <p:cNvPr id="210" name="Google Shape;210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213" name="Google Shape;213;h6614320cb80fea18_0_5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8050" y="3283550"/>
            <a:ext cx="2896050" cy="282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h6614320cb80fea18_0_582"/>
          <p:cNvPicPr preferRelativeResize="0"/>
          <p:nvPr/>
        </p:nvPicPr>
        <p:blipFill rotWithShape="1">
          <a:blip r:embed="rId5">
            <a:alphaModFix/>
          </a:blip>
          <a:srcRect b="4073" l="13023" r="24368" t="9264"/>
          <a:stretch/>
        </p:blipFill>
        <p:spPr>
          <a:xfrm>
            <a:off x="980925" y="3356275"/>
            <a:ext cx="2896050" cy="267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h6614320cb80fea18_0_582"/>
          <p:cNvPicPr preferRelativeResize="0"/>
          <p:nvPr/>
        </p:nvPicPr>
        <p:blipFill rotWithShape="1">
          <a:blip r:embed="rId6">
            <a:alphaModFix/>
          </a:blip>
          <a:srcRect b="24024" l="0" r="0" t="0"/>
          <a:stretch/>
        </p:blipFill>
        <p:spPr>
          <a:xfrm>
            <a:off x="8315175" y="3319913"/>
            <a:ext cx="2896050" cy="274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0" name="Google Shape;22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222" name="Google Shape;222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223" name="Google Shape;22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B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h2cbbacd64be43ae2_0_0"/>
          <p:cNvSpPr/>
          <p:nvPr/>
        </p:nvSpPr>
        <p:spPr>
          <a:xfrm>
            <a:off x="655320" y="1417319"/>
            <a:ext cx="10881300" cy="4800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h2cbbacd64be43ae2_0_0"/>
          <p:cNvSpPr txBox="1"/>
          <p:nvPr/>
        </p:nvSpPr>
        <p:spPr>
          <a:xfrm>
            <a:off x="658368" y="362795"/>
            <a:ext cx="75987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Un universo desatendido</a:t>
            </a:r>
            <a:endParaRPr b="1" i="0" sz="44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preview_slide_1_pie.png" id="230" name="Google Shape;230;h2cbbacd64be43ae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8576" y="1526202"/>
            <a:ext cx="4582876" cy="4582851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h2cbbacd64be43ae2_0_0"/>
          <p:cNvSpPr txBox="1"/>
          <p:nvPr/>
        </p:nvSpPr>
        <p:spPr>
          <a:xfrm>
            <a:off x="2062237" y="2994990"/>
            <a:ext cx="1295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153</a:t>
            </a:r>
            <a:endParaRPr/>
          </a:p>
        </p:txBody>
      </p:sp>
      <p:sp>
        <p:nvSpPr>
          <p:cNvPr id="232" name="Google Shape;232;h2cbbacd64be43ae2_0_0"/>
          <p:cNvSpPr txBox="1"/>
          <p:nvPr/>
        </p:nvSpPr>
        <p:spPr>
          <a:xfrm>
            <a:off x="2113533" y="3842936"/>
            <a:ext cx="119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6C7E"/>
                </a:solidFill>
                <a:latin typeface="Montserrat"/>
                <a:ea typeface="Montserrat"/>
                <a:cs typeface="Montserrat"/>
                <a:sym typeface="Montserrat"/>
              </a:rPr>
              <a:t>clubes</a:t>
            </a:r>
            <a:endParaRPr b="0" i="0" sz="2400" u="none" cap="none" strike="noStrike">
              <a:solidFill>
                <a:srgbClr val="5B6C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3" name="Google Shape;233;h2cbbacd64be43ae2_0_0"/>
          <p:cNvSpPr txBox="1"/>
          <p:nvPr/>
        </p:nvSpPr>
        <p:spPr>
          <a:xfrm>
            <a:off x="4892058" y="1682725"/>
            <a:ext cx="62673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Mercado inicial</a:t>
            </a:r>
            <a:endParaRPr b="1" i="0" sz="4000" u="none" cap="none" strike="noStrike">
              <a:solidFill>
                <a:srgbClr val="00A6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4" name="Google Shape;234;h2cbbacd64be43ae2_0_0"/>
          <p:cNvSpPr txBox="1"/>
          <p:nvPr/>
        </p:nvSpPr>
        <p:spPr>
          <a:xfrm>
            <a:off x="4892040" y="2353021"/>
            <a:ext cx="2746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87 clubes</a:t>
            </a:r>
            <a:endParaRPr b="1" i="0" sz="40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5" name="Google Shape;235;h2cbbacd64be43ae2_0_0"/>
          <p:cNvSpPr txBox="1"/>
          <p:nvPr/>
        </p:nvSpPr>
        <p:spPr>
          <a:xfrm>
            <a:off x="4892040" y="3071082"/>
            <a:ext cx="63435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≈ 57% del universo de clubes</a:t>
            </a:r>
            <a:endParaRPr b="1" i="0" sz="3600" u="none" cap="none" strike="noStrike">
              <a:solidFill>
                <a:srgbClr val="00A6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6" name="Google Shape;236;h2cbbacd64be43ae2_0_0"/>
          <p:cNvSpPr/>
          <p:nvPr/>
        </p:nvSpPr>
        <p:spPr>
          <a:xfrm>
            <a:off x="4892040" y="4194048"/>
            <a:ext cx="5623500" cy="13800"/>
          </a:xfrm>
          <a:prstGeom prst="rect">
            <a:avLst/>
          </a:prstGeom>
          <a:solidFill>
            <a:srgbClr val="DEE6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h2cbbacd64be43ae2_0_0"/>
          <p:cNvSpPr txBox="1"/>
          <p:nvPr/>
        </p:nvSpPr>
        <p:spPr>
          <a:xfrm>
            <a:off x="4892040" y="4197872"/>
            <a:ext cx="53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5B6C7E"/>
                </a:solidFill>
                <a:latin typeface="Montserrat"/>
                <a:ea typeface="Montserrat"/>
                <a:cs typeface="Montserrat"/>
                <a:sym typeface="Montserrat"/>
              </a:rPr>
              <a:t>Fuera del alcance inicial</a:t>
            </a:r>
            <a:endParaRPr b="1" i="0" sz="3200" u="none" cap="none" strike="noStrike">
              <a:solidFill>
                <a:srgbClr val="5B6C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8" name="Google Shape;238;h2cbbacd64be43ae2_0_0"/>
          <p:cNvSpPr txBox="1"/>
          <p:nvPr/>
        </p:nvSpPr>
        <p:spPr>
          <a:xfrm>
            <a:off x="4892040" y="4678486"/>
            <a:ext cx="26628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66 </a:t>
            </a:r>
            <a:r>
              <a:rPr b="1" i="0" lang="en-US" sz="40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clubes</a:t>
            </a:r>
            <a:endParaRPr b="1" i="0" sz="36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9" name="Google Shape;239;h2cbbacd64be43ae2_0_0"/>
          <p:cNvSpPr txBox="1"/>
          <p:nvPr/>
        </p:nvSpPr>
        <p:spPr>
          <a:xfrm>
            <a:off x="4892040" y="5331278"/>
            <a:ext cx="2858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1ª y 2ª División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B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h5dcf4a5e61b7b943_0_3"/>
          <p:cNvSpPr/>
          <p:nvPr/>
        </p:nvSpPr>
        <p:spPr>
          <a:xfrm>
            <a:off x="658368" y="1417320"/>
            <a:ext cx="10881300" cy="4800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sng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view_slide_2_pie.png" id="245" name="Google Shape;245;h5dcf4a5e61b7b943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804" y="1241791"/>
            <a:ext cx="4922521" cy="4922521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h5dcf4a5e61b7b943_0_3"/>
          <p:cNvSpPr txBox="1"/>
          <p:nvPr/>
        </p:nvSpPr>
        <p:spPr>
          <a:xfrm>
            <a:off x="1721486" y="2823479"/>
            <a:ext cx="2153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30.870</a:t>
            </a:r>
            <a:endParaRPr/>
          </a:p>
        </p:txBody>
      </p:sp>
      <p:sp>
        <p:nvSpPr>
          <p:cNvPr id="247" name="Google Shape;247;h5dcf4a5e61b7b943_0_3"/>
          <p:cNvSpPr txBox="1"/>
          <p:nvPr/>
        </p:nvSpPr>
        <p:spPr>
          <a:xfrm>
            <a:off x="1454368" y="3582662"/>
            <a:ext cx="2634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6C7E"/>
                </a:solidFill>
                <a:latin typeface="Montserrat"/>
                <a:ea typeface="Montserrat"/>
                <a:cs typeface="Montserrat"/>
                <a:sym typeface="Montserrat"/>
              </a:rPr>
              <a:t>Clientes potenciales</a:t>
            </a:r>
            <a:endParaRPr b="1" i="0" sz="1800" u="none" cap="none" strike="noStrike">
              <a:solidFill>
                <a:srgbClr val="5B6C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8" name="Google Shape;248;h5dcf4a5e61b7b943_0_3"/>
          <p:cNvSpPr txBox="1"/>
          <p:nvPr/>
        </p:nvSpPr>
        <p:spPr>
          <a:xfrm>
            <a:off x="1885158" y="3879731"/>
            <a:ext cx="17268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99,2%</a:t>
            </a:r>
            <a:endParaRPr/>
          </a:p>
        </p:txBody>
      </p:sp>
      <p:sp>
        <p:nvSpPr>
          <p:cNvPr id="249" name="Google Shape;249;h5dcf4a5e61b7b943_0_3"/>
          <p:cNvSpPr txBox="1"/>
          <p:nvPr/>
        </p:nvSpPr>
        <p:spPr>
          <a:xfrm>
            <a:off x="4937760" y="1691862"/>
            <a:ext cx="6067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Mercado objetivo ampliado</a:t>
            </a:r>
            <a:endParaRPr b="1" i="0" sz="3200" u="none" cap="none" strike="noStrike">
              <a:solidFill>
                <a:srgbClr val="00A6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h5dcf4a5e61b7b943_0_3"/>
          <p:cNvSpPr txBox="1"/>
          <p:nvPr/>
        </p:nvSpPr>
        <p:spPr>
          <a:xfrm>
            <a:off x="4937760" y="2175042"/>
            <a:ext cx="19239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≈ 30.870</a:t>
            </a:r>
            <a:endParaRPr/>
          </a:p>
        </p:txBody>
      </p:sp>
      <p:sp>
        <p:nvSpPr>
          <p:cNvPr id="251" name="Google Shape;251;h5dcf4a5e61b7b943_0_3"/>
          <p:cNvSpPr txBox="1"/>
          <p:nvPr/>
        </p:nvSpPr>
        <p:spPr>
          <a:xfrm>
            <a:off x="4937760" y="2664471"/>
            <a:ext cx="4976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instituciones y complejos</a:t>
            </a:r>
            <a:endParaRPr b="1" i="0" sz="2800" u="none" cap="none" strike="noStrike">
              <a:solidFill>
                <a:srgbClr val="1835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2" name="Google Shape;252;h5dcf4a5e61b7b943_0_3"/>
          <p:cNvSpPr/>
          <p:nvPr/>
        </p:nvSpPr>
        <p:spPr>
          <a:xfrm>
            <a:off x="4892040" y="3310128"/>
            <a:ext cx="6513300" cy="612600"/>
          </a:xfrm>
          <a:prstGeom prst="roundRect">
            <a:avLst>
              <a:gd fmla="val 16667" name="adj"/>
            </a:avLst>
          </a:prstGeom>
          <a:solidFill>
            <a:srgbClr val="F5F8FB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h5dcf4a5e61b7b943_0_3"/>
          <p:cNvSpPr txBox="1"/>
          <p:nvPr/>
        </p:nvSpPr>
        <p:spPr>
          <a:xfrm>
            <a:off x="4884422" y="3322030"/>
            <a:ext cx="1529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≈ 480</a:t>
            </a:r>
            <a:endParaRPr/>
          </a:p>
        </p:txBody>
      </p:sp>
      <p:sp>
        <p:nvSpPr>
          <p:cNvPr id="254" name="Google Shape;254;h5dcf4a5e61b7b943_0_3"/>
          <p:cNvSpPr txBox="1"/>
          <p:nvPr/>
        </p:nvSpPr>
        <p:spPr>
          <a:xfrm>
            <a:off x="6531833" y="3382155"/>
            <a:ext cx="283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Clubes de fútbol</a:t>
            </a:r>
            <a:endParaRPr b="1" i="0" sz="2400" u="none" cap="none" strike="noStrike">
              <a:solidFill>
                <a:srgbClr val="1835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5" name="Google Shape;255;h5dcf4a5e61b7b943_0_3"/>
          <p:cNvSpPr/>
          <p:nvPr/>
        </p:nvSpPr>
        <p:spPr>
          <a:xfrm>
            <a:off x="4892039" y="4050791"/>
            <a:ext cx="6513300" cy="612600"/>
          </a:xfrm>
          <a:prstGeom prst="roundRect">
            <a:avLst>
              <a:gd fmla="val 16667" name="adj"/>
            </a:avLst>
          </a:prstGeom>
          <a:solidFill>
            <a:srgbClr val="F5F8FB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h5dcf4a5e61b7b943_0_3"/>
          <p:cNvSpPr txBox="1"/>
          <p:nvPr/>
        </p:nvSpPr>
        <p:spPr>
          <a:xfrm>
            <a:off x="4864823" y="4062828"/>
            <a:ext cx="2069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697CF"/>
                </a:solidFill>
                <a:latin typeface="Montserrat"/>
                <a:ea typeface="Montserrat"/>
                <a:cs typeface="Montserrat"/>
                <a:sym typeface="Montserrat"/>
              </a:rPr>
              <a:t>≈ 21.500</a:t>
            </a:r>
            <a:endParaRPr/>
          </a:p>
        </p:txBody>
      </p:sp>
      <p:sp>
        <p:nvSpPr>
          <p:cNvPr id="257" name="Google Shape;257;h5dcf4a5e61b7b943_0_3"/>
          <p:cNvSpPr txBox="1"/>
          <p:nvPr/>
        </p:nvSpPr>
        <p:spPr>
          <a:xfrm>
            <a:off x="6843891" y="4137767"/>
            <a:ext cx="4565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C. Sociales/Multideportivos</a:t>
            </a:r>
            <a:endParaRPr b="1" i="0" sz="2400" u="none" cap="none" strike="noStrike">
              <a:solidFill>
                <a:srgbClr val="1835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8" name="Google Shape;258;h5dcf4a5e61b7b943_0_3"/>
          <p:cNvSpPr/>
          <p:nvPr/>
        </p:nvSpPr>
        <p:spPr>
          <a:xfrm>
            <a:off x="4892040" y="4791456"/>
            <a:ext cx="6513300" cy="612600"/>
          </a:xfrm>
          <a:prstGeom prst="roundRect">
            <a:avLst>
              <a:gd fmla="val 16667" name="adj"/>
            </a:avLst>
          </a:prstGeom>
          <a:solidFill>
            <a:srgbClr val="F5F8FB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h5dcf4a5e61b7b943_0_3"/>
          <p:cNvSpPr txBox="1"/>
          <p:nvPr/>
        </p:nvSpPr>
        <p:spPr>
          <a:xfrm>
            <a:off x="4892040" y="4769235"/>
            <a:ext cx="1930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7E00"/>
                </a:solidFill>
                <a:latin typeface="Montserrat"/>
                <a:ea typeface="Montserrat"/>
                <a:cs typeface="Montserrat"/>
                <a:sym typeface="Montserrat"/>
              </a:rPr>
              <a:t>≈ 8.890</a:t>
            </a:r>
            <a:endParaRPr/>
          </a:p>
        </p:txBody>
      </p:sp>
      <p:sp>
        <p:nvSpPr>
          <p:cNvPr id="260" name="Google Shape;260;h5dcf4a5e61b7b943_0_3"/>
          <p:cNvSpPr txBox="1"/>
          <p:nvPr/>
        </p:nvSpPr>
        <p:spPr>
          <a:xfrm>
            <a:off x="6822377" y="4878430"/>
            <a:ext cx="469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Barrios privados y countries</a:t>
            </a:r>
            <a:endParaRPr/>
          </a:p>
        </p:txBody>
      </p:sp>
      <p:sp>
        <p:nvSpPr>
          <p:cNvPr id="261" name="Google Shape;261;h5dcf4a5e61b7b943_0_3"/>
          <p:cNvSpPr txBox="1"/>
          <p:nvPr/>
        </p:nvSpPr>
        <p:spPr>
          <a:xfrm>
            <a:off x="658375" y="362800"/>
            <a:ext cx="7798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b="1" lang="en-US" sz="4400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horizonte sin fronteras</a:t>
            </a:r>
            <a:endParaRPr b="1" i="0" sz="44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62" name="Google Shape;262;h5dcf4a5e61b7b943_0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4491" y="5521547"/>
            <a:ext cx="1115987" cy="61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h5dcf4a5e61b7b943_0_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25268" y="5521550"/>
            <a:ext cx="1115975" cy="61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h5dcf4a5e61b7b943_0_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36043" y="5520475"/>
            <a:ext cx="1115975" cy="61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h5dcf4a5e61b7b943_0_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46818" y="5526470"/>
            <a:ext cx="1115974" cy="61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h5dcf4a5e61b7b943_0_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657593" y="5532100"/>
            <a:ext cx="1115974" cy="61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h5dcf4a5e61b7b943_0_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857418" y="5528900"/>
            <a:ext cx="1115975" cy="61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74" name="Google Shape;274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275" name="Google Shape;275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277" name="Google Shape;27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" name="Google Shape;282;h2cbbacd64be43ae2_0_69"/>
          <p:cNvGrpSpPr/>
          <p:nvPr/>
        </p:nvGrpSpPr>
        <p:grpSpPr>
          <a:xfrm>
            <a:off x="1587300" y="1615325"/>
            <a:ext cx="9017432" cy="4800156"/>
            <a:chOff x="0" y="0"/>
            <a:chExt cx="4953000" cy="4572012"/>
          </a:xfrm>
        </p:grpSpPr>
        <p:sp>
          <p:nvSpPr>
            <p:cNvPr id="283" name="Google Shape;283;h2cbbacd64be43ae2_0_69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h2cbbacd64be43ae2_0_69"/>
            <p:cNvSpPr txBox="1"/>
            <p:nvPr/>
          </p:nvSpPr>
          <p:spPr>
            <a:xfrm>
              <a:off x="381000" y="3429012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</a:t>
              </a:r>
              <a:endParaRPr b="0" sz="38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285" name="Google Shape;285;h2cbbacd64be43ae2_0_69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86" name="Google Shape;286;h2cbbacd64be43ae2_0_69" title="talleres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12650" y="1690575"/>
            <a:ext cx="3849975" cy="384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h2cbbacd64be43ae2_0_69" title="club_ciudad.png"/>
          <p:cNvPicPr preferRelativeResize="0"/>
          <p:nvPr/>
        </p:nvPicPr>
        <p:blipFill rotWithShape="1">
          <a:blip r:embed="rId5">
            <a:alphaModFix/>
          </a:blip>
          <a:srcRect b="5551" l="0" r="0" t="4924"/>
          <a:stretch/>
        </p:blipFill>
        <p:spPr>
          <a:xfrm>
            <a:off x="6262625" y="1615330"/>
            <a:ext cx="3516725" cy="4035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2cbbacd64be43ae2_0_95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93" name="Google Shape;293;h2cbbacd64be43ae2_0_95"/>
          <p:cNvGrpSpPr/>
          <p:nvPr/>
        </p:nvGrpSpPr>
        <p:grpSpPr>
          <a:xfrm>
            <a:off x="84451" y="1970603"/>
            <a:ext cx="6325728" cy="3367309"/>
            <a:chOff x="1587300" y="1615325"/>
            <a:chExt cx="9017432" cy="4800156"/>
          </a:xfrm>
        </p:grpSpPr>
        <p:grpSp>
          <p:nvGrpSpPr>
            <p:cNvPr id="294" name="Google Shape;294;h2cbbacd64be43ae2_0_95"/>
            <p:cNvGrpSpPr/>
            <p:nvPr/>
          </p:nvGrpSpPr>
          <p:grpSpPr>
            <a:xfrm>
              <a:off x="1587300" y="1615325"/>
              <a:ext cx="9017432" cy="4800156"/>
              <a:chOff x="0" y="0"/>
              <a:chExt cx="4953000" cy="4572012"/>
            </a:xfrm>
          </p:grpSpPr>
          <p:sp>
            <p:nvSpPr>
              <p:cNvPr id="295" name="Google Shape;295;h2cbbacd64be43ae2_0_95"/>
              <p:cNvSpPr/>
              <p:nvPr/>
            </p:nvSpPr>
            <p:spPr>
              <a:xfrm>
                <a:off x="0" y="0"/>
                <a:ext cx="4953000" cy="4572000"/>
              </a:xfrm>
              <a:prstGeom prst="roundRect">
                <a:avLst>
                  <a:gd fmla="val 5000" name="adj"/>
                </a:avLst>
              </a:prstGeom>
              <a:solidFill>
                <a:srgbClr val="F8FAFC"/>
              </a:solidFill>
              <a:ln cap="flat" cmpd="sng" w="1337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h2cbbacd64be43ae2_0_95"/>
              <p:cNvSpPr txBox="1"/>
              <p:nvPr/>
            </p:nvSpPr>
            <p:spPr>
              <a:xfrm>
                <a:off x="381000" y="3429012"/>
                <a:ext cx="4191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666">
                    <a:solidFill>
                      <a:srgbClr val="1E293B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Llevamos el MVP al terreno</a:t>
                </a:r>
                <a:endParaRPr b="0" sz="2666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</p:txBody>
          </p:sp>
        </p:grpSp>
        <p:pic>
          <p:nvPicPr>
            <p:cNvPr id="297" name="Google Shape;297;h2cbbacd64be43ae2_0_95" title="talleres-removebg-preview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412650" y="1690575"/>
              <a:ext cx="3849975" cy="3849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h2cbbacd64be43ae2_0_95" title="club_ciudad.png"/>
            <p:cNvPicPr preferRelativeResize="0"/>
            <p:nvPr/>
          </p:nvPicPr>
          <p:blipFill rotWithShape="1">
            <a:blip r:embed="rId5">
              <a:alphaModFix/>
            </a:blip>
            <a:srcRect b="5551" l="0" r="0" t="4924"/>
            <a:stretch/>
          </p:blipFill>
          <p:spPr>
            <a:xfrm>
              <a:off x="6262625" y="1615330"/>
              <a:ext cx="3516725" cy="40352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9" name="Google Shape;299;h2cbbacd64be43ae2_0_95"/>
          <p:cNvSpPr/>
          <p:nvPr/>
        </p:nvSpPr>
        <p:spPr>
          <a:xfrm>
            <a:off x="6627325" y="3915538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h2cbbacd64be43ae2_0_95"/>
          <p:cNvSpPr/>
          <p:nvPr/>
        </p:nvSpPr>
        <p:spPr>
          <a:xfrm>
            <a:off x="6627325" y="1820038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h2cbbacd64be43ae2_0_95"/>
          <p:cNvSpPr/>
          <p:nvPr/>
        </p:nvSpPr>
        <p:spPr>
          <a:xfrm>
            <a:off x="6627325" y="1820038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h2cbbacd64be43ae2_0_95"/>
          <p:cNvSpPr/>
          <p:nvPr/>
        </p:nvSpPr>
        <p:spPr>
          <a:xfrm>
            <a:off x="7033775" y="2216938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h2cbbacd64be43ae2_0_95"/>
          <p:cNvSpPr txBox="1"/>
          <p:nvPr/>
        </p:nvSpPr>
        <p:spPr>
          <a:xfrm>
            <a:off x="7017850" y="2210563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304" name="Google Shape;304;h2cbbacd64be43ae2_0_95"/>
          <p:cNvSpPr txBox="1"/>
          <p:nvPr/>
        </p:nvSpPr>
        <p:spPr>
          <a:xfrm>
            <a:off x="7939876" y="2106388"/>
            <a:ext cx="38295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puntos de dolor institucionales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5" name="Google Shape;305;h2cbbacd64be43ae2_0_95"/>
          <p:cNvSpPr/>
          <p:nvPr/>
        </p:nvSpPr>
        <p:spPr>
          <a:xfrm>
            <a:off x="6627325" y="3915538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h2cbbacd64be43ae2_0_95"/>
          <p:cNvSpPr txBox="1"/>
          <p:nvPr/>
        </p:nvSpPr>
        <p:spPr>
          <a:xfrm>
            <a:off x="7017850" y="4306063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307" name="Google Shape;307;h2cbbacd64be43ae2_0_95"/>
          <p:cNvSpPr txBox="1"/>
          <p:nvPr/>
        </p:nvSpPr>
        <p:spPr>
          <a:xfrm>
            <a:off x="7939875" y="4059088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UX / UI para minimizar la curva de aprendizaje</a:t>
            </a:r>
            <a:endParaRPr sz="28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8" name="Google Shape;308;h2cbbacd64be43ae2_0_95"/>
          <p:cNvSpPr/>
          <p:nvPr/>
        </p:nvSpPr>
        <p:spPr>
          <a:xfrm>
            <a:off x="7033775" y="4312438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h2cbbacd64be43ae2_0_138"/>
          <p:cNvSpPr/>
          <p:nvPr/>
        </p:nvSpPr>
        <p:spPr>
          <a:xfrm>
            <a:off x="6026150" y="0"/>
            <a:ext cx="6165900" cy="3429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h2cbbacd64be43ae2_0_138"/>
          <p:cNvSpPr/>
          <p:nvPr/>
        </p:nvSpPr>
        <p:spPr>
          <a:xfrm>
            <a:off x="0" y="3429000"/>
            <a:ext cx="6026100" cy="3429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5" name="Google Shape;315;h2cbbacd64be43ae2_0_138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225" y="284088"/>
            <a:ext cx="4973650" cy="2860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h2cbbacd64be43ae2_0_138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29837" y="3658050"/>
            <a:ext cx="1366426" cy="2970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h2cbbacd64be43ae2_0_138" title="iPhone-14-PRO-app.sociounido.co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80175" y="229050"/>
            <a:ext cx="1457854" cy="29708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8" name="Google Shape;318;h2cbbacd64be43ae2_0_138"/>
          <p:cNvGrpSpPr/>
          <p:nvPr/>
        </p:nvGrpSpPr>
        <p:grpSpPr>
          <a:xfrm>
            <a:off x="8425917" y="3644901"/>
            <a:ext cx="1366363" cy="2997185"/>
            <a:chOff x="9123970" y="2197424"/>
            <a:chExt cx="2085413" cy="4574458"/>
          </a:xfrm>
        </p:grpSpPr>
        <p:pic>
          <p:nvPicPr>
            <p:cNvPr id="319" name="Google Shape;319;h2cbbacd64be43ae2_0_138" title="Google-Pixel-6-PRO-control.sociounido.com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123971" y="2237793"/>
              <a:ext cx="2085412" cy="453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0" name="Google Shape;320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7704" l="95661" r="0" t="0"/>
            <a:stretch/>
          </p:blipFill>
          <p:spPr>
            <a:xfrm>
              <a:off x="11118905" y="2237794"/>
              <a:ext cx="90478" cy="10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1" name="Google Shape;321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8016" l="0" r="0" t="0"/>
            <a:stretch/>
          </p:blipFill>
          <p:spPr>
            <a:xfrm>
              <a:off x="9123970" y="2244860"/>
              <a:ext cx="2085413" cy="899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2" name="Google Shape;322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2229"/>
            <a:stretch/>
          </p:blipFill>
          <p:spPr>
            <a:xfrm rot="10800000">
              <a:off x="11109999" y="2197424"/>
              <a:ext cx="88851" cy="44617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3" name="Google Shape;323;h2cbbacd64be43ae2_0_138" title="Screenshot_20260924-220234.png"/>
            <p:cNvPicPr preferRelativeResize="0"/>
            <p:nvPr/>
          </p:nvPicPr>
          <p:blipFill rotWithShape="1">
            <a:blip r:embed="rId6">
              <a:alphaModFix/>
            </a:blip>
            <a:srcRect b="1784" l="0" r="0" t="6742"/>
            <a:stretch/>
          </p:blipFill>
          <p:spPr>
            <a:xfrm>
              <a:off x="9162825" y="2335075"/>
              <a:ext cx="1966650" cy="4270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4" name="Google Shape;324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0"/>
            <a:stretch/>
          </p:blipFill>
          <p:spPr>
            <a:xfrm>
              <a:off x="9124450" y="2237800"/>
              <a:ext cx="79524" cy="451387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h2cbbacd64be43ae2_0_160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9025" y="599850"/>
            <a:ext cx="9853926" cy="565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h2cbbacd64be43ae2_0_182" title="iPhone-14-PRO-app.sociounido.com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8174" y="275225"/>
            <a:ext cx="3093574" cy="6307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h2cbbacd64be43ae2_0_182" title="iPhone-14-PRO-app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37438" y="275192"/>
            <a:ext cx="3093574" cy="63076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FBFB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h2cbbacd64be43ae2_0_189" title="iPad-PRO-11-control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775" y="831800"/>
            <a:ext cx="7195074" cy="5194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1" name="Google Shape;341;h2cbbacd64be43ae2_0_189"/>
          <p:cNvGrpSpPr/>
          <p:nvPr/>
        </p:nvGrpSpPr>
        <p:grpSpPr>
          <a:xfrm>
            <a:off x="8248967" y="185939"/>
            <a:ext cx="2956908" cy="6486124"/>
            <a:chOff x="9123970" y="2197424"/>
            <a:chExt cx="2085413" cy="4574458"/>
          </a:xfrm>
        </p:grpSpPr>
        <p:pic>
          <p:nvPicPr>
            <p:cNvPr id="342" name="Google Shape;342;h2cbbacd64be43ae2_0_189" title="Google-Pixel-6-PRO-control.sociounido.com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123971" y="2237793"/>
              <a:ext cx="2085412" cy="453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3" name="Google Shape;343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7704" l="95661" r="0" t="0"/>
            <a:stretch/>
          </p:blipFill>
          <p:spPr>
            <a:xfrm>
              <a:off x="11118905" y="2237794"/>
              <a:ext cx="90478" cy="10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4" name="Google Shape;344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8016" l="0" r="0" t="0"/>
            <a:stretch/>
          </p:blipFill>
          <p:spPr>
            <a:xfrm>
              <a:off x="9123970" y="2244860"/>
              <a:ext cx="2085413" cy="899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5" name="Google Shape;345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2229"/>
            <a:stretch/>
          </p:blipFill>
          <p:spPr>
            <a:xfrm rot="10800000">
              <a:off x="11109999" y="2197424"/>
              <a:ext cx="88851" cy="44617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6" name="Google Shape;346;h2cbbacd64be43ae2_0_189" title="Screenshot_20260924-220234.png"/>
            <p:cNvPicPr preferRelativeResize="0"/>
            <p:nvPr/>
          </p:nvPicPr>
          <p:blipFill rotWithShape="1">
            <a:blip r:embed="rId5">
              <a:alphaModFix/>
            </a:blip>
            <a:srcRect b="1784" l="0" r="0" t="6742"/>
            <a:stretch/>
          </p:blipFill>
          <p:spPr>
            <a:xfrm>
              <a:off x="9162825" y="2335075"/>
              <a:ext cx="1966650" cy="4270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7" name="Google Shape;347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0"/>
            <a:stretch/>
          </p:blipFill>
          <p:spPr>
            <a:xfrm>
              <a:off x="9124450" y="2237800"/>
              <a:ext cx="79524" cy="451387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" name="Google Shape;352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353" name="Google Shape;353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354" name="Google Shape;354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" name="Google Shape;355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" name="Google Shape;356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357" name="Google Shape;357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358" name="Google Shape;358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359" name="Google Shape;359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360" name="Google Shape;360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1" name="Google Shape;361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2" name="Google Shape;362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363" name="Google Shape;363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364" name="Google Shape;364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365" name="Google Shape;365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366" name="Google Shape;366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7" name="Google Shape;367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" name="Google Shape;368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369" name="Google Shape;369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370" name="Google Shape;370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371" name="Google Shape;371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372" name="Google Shape;372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" name="Google Shape;373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" name="Google Shape;374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375" name="Google Shape;375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376" name="Google Shape;376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377" name="Google Shape;377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h52211feb925dae3c_10_7"/>
          <p:cNvSpPr txBox="1"/>
          <p:nvPr/>
        </p:nvSpPr>
        <p:spPr>
          <a:xfrm>
            <a:off x="1215900" y="475500"/>
            <a:ext cx="9760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¿Cómo está construido SocioUnido?</a:t>
            </a:r>
            <a:endParaRPr sz="4000">
              <a:solidFill>
                <a:schemeClr val="dk1"/>
              </a:solidFill>
            </a:endParaRPr>
          </a:p>
        </p:txBody>
      </p:sp>
      <p:sp>
        <p:nvSpPr>
          <p:cNvPr id="383" name="Google Shape;383;h52211feb925dae3c_10_7"/>
          <p:cNvSpPr/>
          <p:nvPr/>
        </p:nvSpPr>
        <p:spPr>
          <a:xfrm>
            <a:off x="167640" y="1783080"/>
            <a:ext cx="1280100" cy="13716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818C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h52211feb925dae3c_10_7"/>
          <p:cNvSpPr/>
          <p:nvPr/>
        </p:nvSpPr>
        <p:spPr>
          <a:xfrm>
            <a:off x="579120" y="1929384"/>
            <a:ext cx="457200" cy="457200"/>
          </a:xfrm>
          <a:prstGeom prst="roundRect">
            <a:avLst>
              <a:gd fmla="val 20000" name="adj"/>
            </a:avLst>
          </a:prstGeom>
          <a:solidFill>
            <a:srgbClr val="EAECF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iente" id="385" name="Google Shape;385;h52211feb925dae3c_10_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6844" y="2007108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h52211feb925dae3c_10_7"/>
          <p:cNvSpPr txBox="1"/>
          <p:nvPr/>
        </p:nvSpPr>
        <p:spPr>
          <a:xfrm>
            <a:off x="142400" y="2459725"/>
            <a:ext cx="1327800" cy="6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Usuario</a:t>
            </a:r>
            <a:endParaRPr sz="2400"/>
          </a:p>
        </p:txBody>
      </p:sp>
      <p:sp>
        <p:nvSpPr>
          <p:cNvPr id="387" name="Google Shape;387;h52211feb925dae3c_10_7"/>
          <p:cNvSpPr/>
          <p:nvPr/>
        </p:nvSpPr>
        <p:spPr>
          <a:xfrm>
            <a:off x="1813560" y="1783080"/>
            <a:ext cx="1645800" cy="13716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06B6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h52211feb925dae3c_10_7"/>
          <p:cNvSpPr/>
          <p:nvPr/>
        </p:nvSpPr>
        <p:spPr>
          <a:xfrm>
            <a:off x="2407920" y="1929384"/>
            <a:ext cx="457200" cy="457200"/>
          </a:xfrm>
          <a:prstGeom prst="roundRect">
            <a:avLst>
              <a:gd fmla="val 20000" name="adj"/>
            </a:avLst>
          </a:prstGeom>
          <a:solidFill>
            <a:srgbClr val="D7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PI Gateway" id="389" name="Google Shape;389;h52211feb925dae3c_10_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85644" y="2007108"/>
            <a:ext cx="301752" cy="301752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h52211feb925dae3c_10_7"/>
          <p:cNvSpPr txBox="1"/>
          <p:nvPr/>
        </p:nvSpPr>
        <p:spPr>
          <a:xfrm>
            <a:off x="1813450" y="2397350"/>
            <a:ext cx="16458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API Gatew</a:t>
            </a:r>
            <a:r>
              <a:rPr b="1" lang="en-US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ay</a:t>
            </a:r>
            <a:endParaRPr sz="2400"/>
          </a:p>
        </p:txBody>
      </p:sp>
      <p:sp>
        <p:nvSpPr>
          <p:cNvPr id="391" name="Google Shape;391;h52211feb925dae3c_10_7"/>
          <p:cNvSpPr/>
          <p:nvPr/>
        </p:nvSpPr>
        <p:spPr>
          <a:xfrm>
            <a:off x="1387550" y="3465550"/>
            <a:ext cx="2376600" cy="8688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818C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h52211feb925dae3c_10_7"/>
          <p:cNvSpPr/>
          <p:nvPr/>
        </p:nvSpPr>
        <p:spPr>
          <a:xfrm>
            <a:off x="2392890" y="3556915"/>
            <a:ext cx="365700" cy="365700"/>
          </a:xfrm>
          <a:prstGeom prst="roundRect">
            <a:avLst>
              <a:gd fmla="val 20000" name="adj"/>
            </a:avLst>
          </a:prstGeom>
          <a:solidFill>
            <a:srgbClr val="EAECF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ealthchecker" id="393" name="Google Shape;393;h52211feb925dae3c_10_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55069" y="3619094"/>
            <a:ext cx="241402" cy="241402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h52211feb925dae3c_10_7"/>
          <p:cNvSpPr txBox="1"/>
          <p:nvPr/>
        </p:nvSpPr>
        <p:spPr>
          <a:xfrm>
            <a:off x="1387450" y="3953375"/>
            <a:ext cx="2376600" cy="2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Healthchecker</a:t>
            </a:r>
            <a:endParaRPr sz="2400"/>
          </a:p>
        </p:txBody>
      </p:sp>
      <p:cxnSp>
        <p:nvCxnSpPr>
          <p:cNvPr id="395" name="Google Shape;395;h52211feb925dae3c_10_7"/>
          <p:cNvCxnSpPr/>
          <p:nvPr/>
        </p:nvCxnSpPr>
        <p:spPr>
          <a:xfrm>
            <a:off x="2636520" y="3154680"/>
            <a:ext cx="0" cy="274200"/>
          </a:xfrm>
          <a:prstGeom prst="straightConnector1">
            <a:avLst/>
          </a:prstGeom>
          <a:noFill/>
          <a:ln cap="flat" cmpd="sng" w="19050">
            <a:solidFill>
              <a:srgbClr val="818CF8"/>
            </a:solidFill>
            <a:prstDash val="dash"/>
            <a:round/>
            <a:headEnd len="med" w="med" type="triangle"/>
            <a:tailEnd len="med" w="med" type="triangle"/>
          </a:ln>
        </p:spPr>
      </p:cxnSp>
      <p:cxnSp>
        <p:nvCxnSpPr>
          <p:cNvPr id="396" name="Google Shape;396;h52211feb925dae3c_10_7"/>
          <p:cNvCxnSpPr/>
          <p:nvPr/>
        </p:nvCxnSpPr>
        <p:spPr>
          <a:xfrm>
            <a:off x="1447800" y="2468880"/>
            <a:ext cx="36570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97" name="Google Shape;397;h52211feb925dae3c_10_7"/>
          <p:cNvCxnSpPr/>
          <p:nvPr/>
        </p:nvCxnSpPr>
        <p:spPr>
          <a:xfrm>
            <a:off x="3459480" y="2468880"/>
            <a:ext cx="498600" cy="1110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98" name="Google Shape;398;h52211feb925dae3c_10_7"/>
          <p:cNvSpPr/>
          <p:nvPr/>
        </p:nvSpPr>
        <p:spPr>
          <a:xfrm>
            <a:off x="3958075" y="1371600"/>
            <a:ext cx="5884200" cy="2834700"/>
          </a:xfrm>
          <a:prstGeom prst="roundRect">
            <a:avLst>
              <a:gd fmla="val 3500" name="adj"/>
            </a:avLst>
          </a:prstGeom>
          <a:solidFill>
            <a:srgbClr val="FFFFFF"/>
          </a:solidFill>
          <a:ln cap="flat" cmpd="sng" w="1270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h52211feb925dae3c_10_7"/>
          <p:cNvSpPr txBox="1"/>
          <p:nvPr/>
        </p:nvSpPr>
        <p:spPr>
          <a:xfrm>
            <a:off x="4354175" y="1463050"/>
            <a:ext cx="5488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CAPA LÓGICA DE NEGOCIO</a:t>
            </a:r>
            <a:r>
              <a:rPr b="0" i="0" lang="en-US" sz="2800" u="none" cap="none" strike="noStrike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2800"/>
          </a:p>
        </p:txBody>
      </p:sp>
      <p:sp>
        <p:nvSpPr>
          <p:cNvPr id="400" name="Google Shape;400;h52211feb925dae3c_10_7"/>
          <p:cNvSpPr/>
          <p:nvPr/>
        </p:nvSpPr>
        <p:spPr>
          <a:xfrm>
            <a:off x="4187782" y="1874520"/>
            <a:ext cx="1625400" cy="9600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h52211feb925dae3c_10_7"/>
          <p:cNvSpPr/>
          <p:nvPr/>
        </p:nvSpPr>
        <p:spPr>
          <a:xfrm>
            <a:off x="4773895" y="1997873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FDEFD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gos" id="402" name="Google Shape;402;h52211feb925dae3c_10_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24381" y="2074892"/>
            <a:ext cx="301300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h52211feb925dae3c_10_7"/>
          <p:cNvSpPr txBox="1"/>
          <p:nvPr/>
        </p:nvSpPr>
        <p:spPr>
          <a:xfrm>
            <a:off x="4187925" y="2404097"/>
            <a:ext cx="1625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Pagos</a:t>
            </a:r>
            <a:endParaRPr sz="2400"/>
          </a:p>
        </p:txBody>
      </p:sp>
      <p:sp>
        <p:nvSpPr>
          <p:cNvPr id="404" name="Google Shape;404;h52211feb925dae3c_10_7"/>
          <p:cNvSpPr/>
          <p:nvPr/>
        </p:nvSpPr>
        <p:spPr>
          <a:xfrm>
            <a:off x="5986258" y="1874525"/>
            <a:ext cx="2234700" cy="9600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h52211feb925dae3c_10_7"/>
          <p:cNvSpPr/>
          <p:nvPr/>
        </p:nvSpPr>
        <p:spPr>
          <a:xfrm>
            <a:off x="6905652" y="1960532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F1E3F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utenticación" id="406" name="Google Shape;406;h52211feb925dae3c_10_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46744" y="2001583"/>
            <a:ext cx="301300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h52211feb925dae3c_10_7"/>
          <p:cNvSpPr txBox="1"/>
          <p:nvPr/>
        </p:nvSpPr>
        <p:spPr>
          <a:xfrm>
            <a:off x="5919282" y="2422060"/>
            <a:ext cx="2376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Autenticación</a:t>
            </a:r>
            <a:endParaRPr sz="2400"/>
          </a:p>
        </p:txBody>
      </p:sp>
      <p:sp>
        <p:nvSpPr>
          <p:cNvPr id="408" name="Google Shape;408;h52211feb925dae3c_10_7"/>
          <p:cNvSpPr/>
          <p:nvPr/>
        </p:nvSpPr>
        <p:spPr>
          <a:xfrm>
            <a:off x="8306875" y="1874525"/>
            <a:ext cx="1327800" cy="9600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h52211feb925dae3c_10_7"/>
          <p:cNvSpPr/>
          <p:nvPr/>
        </p:nvSpPr>
        <p:spPr>
          <a:xfrm>
            <a:off x="8793872" y="1997885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DEF7E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ub" id="410" name="Google Shape;410;h52211feb925dae3c_10_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844385" y="2062372"/>
            <a:ext cx="301300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h52211feb925dae3c_10_7"/>
          <p:cNvSpPr txBox="1"/>
          <p:nvPr/>
        </p:nvSpPr>
        <p:spPr>
          <a:xfrm>
            <a:off x="8306800" y="2475800"/>
            <a:ext cx="1327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Club</a:t>
            </a:r>
            <a:endParaRPr sz="2400"/>
          </a:p>
        </p:txBody>
      </p:sp>
      <p:sp>
        <p:nvSpPr>
          <p:cNvPr id="412" name="Google Shape;412;h52211feb925dae3c_10_7"/>
          <p:cNvSpPr/>
          <p:nvPr/>
        </p:nvSpPr>
        <p:spPr>
          <a:xfrm>
            <a:off x="4187787" y="2971800"/>
            <a:ext cx="1625400" cy="10743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h52211feb925dae3c_10_7"/>
          <p:cNvSpPr/>
          <p:nvPr/>
        </p:nvSpPr>
        <p:spPr>
          <a:xfrm>
            <a:off x="4763253" y="3091255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DFF4F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nalíticas" id="414" name="Google Shape;414;h52211feb925dae3c_10_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824368" y="3159012"/>
            <a:ext cx="301300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h52211feb925dae3c_10_7"/>
          <p:cNvSpPr txBox="1"/>
          <p:nvPr/>
        </p:nvSpPr>
        <p:spPr>
          <a:xfrm>
            <a:off x="4167225" y="3538725"/>
            <a:ext cx="1645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Analíticas</a:t>
            </a:r>
            <a:endParaRPr sz="2400"/>
          </a:p>
        </p:txBody>
      </p:sp>
      <p:sp>
        <p:nvSpPr>
          <p:cNvPr id="416" name="Google Shape;416;h52211feb925dae3c_10_7"/>
          <p:cNvSpPr/>
          <p:nvPr/>
        </p:nvSpPr>
        <p:spPr>
          <a:xfrm>
            <a:off x="5986258" y="2971800"/>
            <a:ext cx="2191200" cy="10743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F973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h52211feb925dae3c_10_7"/>
          <p:cNvSpPr/>
          <p:nvPr/>
        </p:nvSpPr>
        <p:spPr>
          <a:xfrm>
            <a:off x="6943627" y="2982392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FEE8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cceso inteligente" id="418" name="Google Shape;418;h52211feb925dae3c_10_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994132" y="3022775"/>
            <a:ext cx="301300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h52211feb925dae3c_10_7"/>
          <p:cNvSpPr txBox="1"/>
          <p:nvPr/>
        </p:nvSpPr>
        <p:spPr>
          <a:xfrm>
            <a:off x="5986325" y="3288535"/>
            <a:ext cx="2191200" cy="4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Acceso inteligente</a:t>
            </a:r>
            <a:endParaRPr sz="2400"/>
          </a:p>
        </p:txBody>
      </p:sp>
      <p:sp>
        <p:nvSpPr>
          <p:cNvPr id="420" name="Google Shape;420;h52211feb925dae3c_10_7"/>
          <p:cNvSpPr/>
          <p:nvPr/>
        </p:nvSpPr>
        <p:spPr>
          <a:xfrm>
            <a:off x="8306873" y="2971800"/>
            <a:ext cx="1327800" cy="10743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h52211feb925dae3c_10_7"/>
          <p:cNvSpPr/>
          <p:nvPr/>
        </p:nvSpPr>
        <p:spPr>
          <a:xfrm>
            <a:off x="8793872" y="3063240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FDE0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ot" id="422" name="Google Shape;422;h52211feb925dae3c_10_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844385" y="3131637"/>
            <a:ext cx="301300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h52211feb925dae3c_10_7"/>
          <p:cNvSpPr txBox="1"/>
          <p:nvPr/>
        </p:nvSpPr>
        <p:spPr>
          <a:xfrm>
            <a:off x="8288825" y="3520350"/>
            <a:ext cx="1345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Bot</a:t>
            </a:r>
            <a:endParaRPr sz="2400"/>
          </a:p>
        </p:txBody>
      </p:sp>
      <p:cxnSp>
        <p:nvCxnSpPr>
          <p:cNvPr id="424" name="Google Shape;424;h52211feb925dae3c_10_7"/>
          <p:cNvCxnSpPr/>
          <p:nvPr/>
        </p:nvCxnSpPr>
        <p:spPr>
          <a:xfrm>
            <a:off x="6675120" y="4206240"/>
            <a:ext cx="0" cy="32010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425" name="Google Shape;425;h52211feb925dae3c_10_7"/>
          <p:cNvSpPr/>
          <p:nvPr/>
        </p:nvSpPr>
        <p:spPr>
          <a:xfrm>
            <a:off x="3958150" y="4526275"/>
            <a:ext cx="5884200" cy="1828800"/>
          </a:xfrm>
          <a:prstGeom prst="roundRect">
            <a:avLst>
              <a:gd fmla="val 3500" name="adj"/>
            </a:avLst>
          </a:prstGeom>
          <a:solidFill>
            <a:srgbClr val="FFFFFF"/>
          </a:solidFill>
          <a:ln cap="flat" cmpd="sng" w="1270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h52211feb925dae3c_10_7"/>
          <p:cNvSpPr txBox="1"/>
          <p:nvPr/>
        </p:nvSpPr>
        <p:spPr>
          <a:xfrm>
            <a:off x="4447175" y="4617725"/>
            <a:ext cx="4940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CAPA DE PERSISTENCIA</a:t>
            </a:r>
            <a:r>
              <a:rPr b="0" i="0" lang="en-US" sz="2800" u="none" cap="none" strike="noStrike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  </a:t>
            </a:r>
            <a:endParaRPr sz="2800"/>
          </a:p>
        </p:txBody>
      </p:sp>
      <p:sp>
        <p:nvSpPr>
          <p:cNvPr id="427" name="Google Shape;427;h52211feb925dae3c_10_7"/>
          <p:cNvSpPr/>
          <p:nvPr/>
        </p:nvSpPr>
        <p:spPr>
          <a:xfrm>
            <a:off x="4117275" y="5029300"/>
            <a:ext cx="1645800" cy="12345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h52211feb925dae3c_10_7"/>
          <p:cNvSpPr/>
          <p:nvPr/>
        </p:nvSpPr>
        <p:spPr>
          <a:xfrm>
            <a:off x="4733232" y="5142633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FDEFD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nanciera" id="429" name="Google Shape;429;h52211feb925dae3c_10_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801604" y="5211030"/>
            <a:ext cx="265542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h52211feb925dae3c_10_7"/>
          <p:cNvSpPr txBox="1"/>
          <p:nvPr/>
        </p:nvSpPr>
        <p:spPr>
          <a:xfrm>
            <a:off x="4081322" y="5669125"/>
            <a:ext cx="17061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Financiera</a:t>
            </a:r>
            <a:endParaRPr sz="24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sz="1800"/>
          </a:p>
        </p:txBody>
      </p:sp>
      <p:sp>
        <p:nvSpPr>
          <p:cNvPr id="431" name="Google Shape;431;h52211feb925dae3c_10_7"/>
          <p:cNvSpPr/>
          <p:nvPr/>
        </p:nvSpPr>
        <p:spPr>
          <a:xfrm>
            <a:off x="5897300" y="5001600"/>
            <a:ext cx="2230800" cy="12345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h52211feb925dae3c_10_7"/>
          <p:cNvSpPr/>
          <p:nvPr/>
        </p:nvSpPr>
        <p:spPr>
          <a:xfrm>
            <a:off x="6765769" y="5111333"/>
            <a:ext cx="455700" cy="402300"/>
          </a:xfrm>
          <a:prstGeom prst="roundRect">
            <a:avLst>
              <a:gd fmla="val 20000" name="adj"/>
            </a:avLst>
          </a:prstGeom>
          <a:solidFill>
            <a:srgbClr val="F1E3F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utenticación" id="433" name="Google Shape;433;h52211feb925dae3c_10_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843236" y="5179730"/>
            <a:ext cx="300754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h52211feb925dae3c_10_7"/>
          <p:cNvSpPr txBox="1"/>
          <p:nvPr/>
        </p:nvSpPr>
        <p:spPr>
          <a:xfrm>
            <a:off x="5833074" y="5669125"/>
            <a:ext cx="23766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Autenticación</a:t>
            </a:r>
            <a:endParaRPr sz="2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sz="1600"/>
          </a:p>
        </p:txBody>
      </p:sp>
      <p:sp>
        <p:nvSpPr>
          <p:cNvPr id="435" name="Google Shape;435;h52211feb925dae3c_10_7"/>
          <p:cNvSpPr/>
          <p:nvPr/>
        </p:nvSpPr>
        <p:spPr>
          <a:xfrm>
            <a:off x="8255323" y="5032880"/>
            <a:ext cx="1432500" cy="1234500"/>
          </a:xfrm>
          <a:prstGeom prst="roundRect">
            <a:avLst>
              <a:gd fmla="val 7272" name="adj"/>
            </a:avLst>
          </a:prstGeom>
          <a:solidFill>
            <a:srgbClr val="F8FAFC"/>
          </a:solidFill>
          <a:ln cap="flat" cmpd="sng" w="1905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h52211feb925dae3c_10_7"/>
          <p:cNvSpPr/>
          <p:nvPr/>
        </p:nvSpPr>
        <p:spPr>
          <a:xfrm>
            <a:off x="8741172" y="5142608"/>
            <a:ext cx="402300" cy="402300"/>
          </a:xfrm>
          <a:prstGeom prst="roundRect">
            <a:avLst>
              <a:gd fmla="val 20000" name="adj"/>
            </a:avLst>
          </a:prstGeom>
          <a:solidFill>
            <a:srgbClr val="EDF0F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lacional" id="437" name="Google Shape;437;h52211feb925dae3c_10_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809569" y="5211005"/>
            <a:ext cx="265542" cy="265542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h52211feb925dae3c_10_7"/>
          <p:cNvSpPr txBox="1"/>
          <p:nvPr/>
        </p:nvSpPr>
        <p:spPr>
          <a:xfrm>
            <a:off x="8259570" y="5666908"/>
            <a:ext cx="1432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-US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Socios</a:t>
            </a:r>
            <a:endParaRPr sz="2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/>
          </a:p>
        </p:txBody>
      </p:sp>
      <p:cxnSp>
        <p:nvCxnSpPr>
          <p:cNvPr id="439" name="Google Shape;439;h52211feb925dae3c_10_7"/>
          <p:cNvCxnSpPr/>
          <p:nvPr/>
        </p:nvCxnSpPr>
        <p:spPr>
          <a:xfrm>
            <a:off x="9842500" y="2788920"/>
            <a:ext cx="365700" cy="0"/>
          </a:xfrm>
          <a:prstGeom prst="straightConnector1">
            <a:avLst/>
          </a:prstGeom>
          <a:noFill/>
          <a:ln cap="flat" cmpd="sng" w="25400">
            <a:solidFill>
              <a:srgbClr val="64748B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440" name="Google Shape;440;h52211feb925dae3c_10_7"/>
          <p:cNvSpPr/>
          <p:nvPr/>
        </p:nvSpPr>
        <p:spPr>
          <a:xfrm>
            <a:off x="10207875" y="1371600"/>
            <a:ext cx="1432500" cy="4983600"/>
          </a:xfrm>
          <a:prstGeom prst="roundRect">
            <a:avLst>
              <a:gd fmla="val 3500" name="adj"/>
            </a:avLst>
          </a:prstGeom>
          <a:solidFill>
            <a:srgbClr val="FFFFFF"/>
          </a:solidFill>
          <a:ln cap="flat" cmpd="sng" w="1270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h52211feb925dae3c_10_7"/>
          <p:cNvSpPr txBox="1"/>
          <p:nvPr/>
        </p:nvSpPr>
        <p:spPr>
          <a:xfrm>
            <a:off x="10281523" y="1463050"/>
            <a:ext cx="1377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TERCEROS</a:t>
            </a:r>
            <a:r>
              <a:rPr b="0" i="0" lang="en-US" sz="1800" u="none" cap="none" strike="noStrike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  </a:t>
            </a:r>
            <a:endParaRPr sz="1800"/>
          </a:p>
        </p:txBody>
      </p:sp>
      <p:sp>
        <p:nvSpPr>
          <p:cNvPr id="442" name="Google Shape;442;h52211feb925dae3c_10_7"/>
          <p:cNvSpPr/>
          <p:nvPr/>
        </p:nvSpPr>
        <p:spPr>
          <a:xfrm>
            <a:off x="10300091" y="1874520"/>
            <a:ext cx="1247700" cy="7863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ercado Pago" id="443" name="Google Shape;443;h52211feb925dae3c_10_7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0432269" y="2063846"/>
            <a:ext cx="983646" cy="407732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h52211feb925dae3c_10_7"/>
          <p:cNvSpPr/>
          <p:nvPr/>
        </p:nvSpPr>
        <p:spPr>
          <a:xfrm>
            <a:off x="10300091" y="2770632"/>
            <a:ext cx="1247700" cy="7863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oudinary" id="445" name="Google Shape;445;h52211feb925dae3c_10_7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432269" y="3007854"/>
            <a:ext cx="983645" cy="311939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h52211feb925dae3c_10_7"/>
          <p:cNvSpPr/>
          <p:nvPr/>
        </p:nvSpPr>
        <p:spPr>
          <a:xfrm>
            <a:off x="10300091" y="3666744"/>
            <a:ext cx="1247700" cy="7863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rebase" id="447" name="Google Shape;447;h52211feb925dae3c_10_7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0759805" y="3758184"/>
            <a:ext cx="328572" cy="603504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h52211feb925dae3c_10_7"/>
          <p:cNvSpPr/>
          <p:nvPr/>
        </p:nvSpPr>
        <p:spPr>
          <a:xfrm>
            <a:off x="10300091" y="4562856"/>
            <a:ext cx="1247700" cy="7863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send" id="449" name="Google Shape;449;h52211feb925dae3c_10_7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0432269" y="4782965"/>
            <a:ext cx="983645" cy="346166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h52211feb925dae3c_10_7"/>
          <p:cNvSpPr/>
          <p:nvPr/>
        </p:nvSpPr>
        <p:spPr>
          <a:xfrm>
            <a:off x="10300091" y="5458968"/>
            <a:ext cx="1247700" cy="7863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elegram" id="451" name="Google Shape;451;h52211feb925dae3c_10_7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704464" y="5550408"/>
            <a:ext cx="439256" cy="6035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h661f2e6144e1f622_0_3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6625"/>
            <a:ext cx="12191998" cy="679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h661f2e6144e1f622_0_3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83100" y="1292225"/>
            <a:ext cx="5088975" cy="35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h661f2e6144e1f622_0_3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10250" y="793750"/>
            <a:ext cx="2539450" cy="596025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h661f2e6144e1f622_0_314"/>
          <p:cNvSpPr txBox="1"/>
          <p:nvPr/>
        </p:nvSpPr>
        <p:spPr>
          <a:xfrm>
            <a:off x="4499700" y="731388"/>
            <a:ext cx="3192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SocioUnido</a:t>
            </a:r>
            <a:endParaRPr sz="4000">
              <a:solidFill>
                <a:schemeClr val="dk1"/>
              </a:solidFill>
            </a:endParaRPr>
          </a:p>
        </p:txBody>
      </p:sp>
      <p:sp>
        <p:nvSpPr>
          <p:cNvPr id="460" name="Google Shape;460;h661f2e6144e1f622_0_314"/>
          <p:cNvSpPr txBox="1"/>
          <p:nvPr/>
        </p:nvSpPr>
        <p:spPr>
          <a:xfrm>
            <a:off x="1960500" y="1165225"/>
            <a:ext cx="8271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en-US" sz="3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¿Con qué está construido?</a:t>
            </a:r>
            <a:endParaRPr sz="3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466" name="Google Shape;466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467" name="Google Shape;467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70" name="Google Shape;470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71" name="Google Shape;471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472" name="Google Shape;472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75" name="Google Shape;475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76" name="Google Shape;476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477" name="Google Shape;477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80" name="Google Shape;480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81" name="Google Shape;481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482" name="Google Shape;482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85" name="Google Shape;485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h661f2e6144e1f622_0_113"/>
          <p:cNvSpPr txBox="1"/>
          <p:nvPr/>
        </p:nvSpPr>
        <p:spPr>
          <a:xfrm>
            <a:off x="566943" y="256032"/>
            <a:ext cx="11064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01010"/>
                </a:solidFill>
                <a:latin typeface="Montserrat"/>
                <a:ea typeface="Montserrat"/>
                <a:cs typeface="Montserrat"/>
                <a:sym typeface="Montserrat"/>
              </a:rPr>
              <a:t>Metodología de desarrollo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1" name="Google Shape;491;h661f2e6144e1f622_0_113"/>
          <p:cNvSpPr/>
          <p:nvPr/>
        </p:nvSpPr>
        <p:spPr>
          <a:xfrm>
            <a:off x="594366" y="976475"/>
            <a:ext cx="2304300" cy="4326900"/>
          </a:xfrm>
          <a:prstGeom prst="roundRect">
            <a:avLst>
              <a:gd fmla="val 16667" name="adj"/>
            </a:avLst>
          </a:prstGeom>
          <a:solidFill>
            <a:srgbClr val="F4F5F8"/>
          </a:solidFill>
          <a:ln cap="flat" cmpd="sng" w="19050">
            <a:solidFill>
              <a:srgbClr val="24BE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h661f2e6144e1f622_0_113"/>
          <p:cNvSpPr txBox="1"/>
          <p:nvPr/>
        </p:nvSpPr>
        <p:spPr>
          <a:xfrm>
            <a:off x="758972" y="989775"/>
            <a:ext cx="475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4BEE8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3" name="Google Shape;493;h661f2e6144e1f622_0_113"/>
          <p:cNvSpPr txBox="1"/>
          <p:nvPr/>
        </p:nvSpPr>
        <p:spPr>
          <a:xfrm>
            <a:off x="594366" y="1416300"/>
            <a:ext cx="2304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Búsqueda de producto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4" name="Google Shape;494;h661f2e6144e1f622_0_113"/>
          <p:cNvSpPr txBox="1"/>
          <p:nvPr/>
        </p:nvSpPr>
        <p:spPr>
          <a:xfrm>
            <a:off x="594266" y="3794750"/>
            <a:ext cx="2304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4BEE8"/>
                </a:solidFill>
                <a:latin typeface="Montserrat"/>
                <a:ea typeface="Montserrat"/>
                <a:cs typeface="Montserrat"/>
                <a:sym typeface="Montserrat"/>
              </a:rPr>
              <a:t>5Cs  •  4Ps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5" name="Google Shape;495;h661f2e6144e1f622_0_113"/>
          <p:cNvSpPr/>
          <p:nvPr/>
        </p:nvSpPr>
        <p:spPr>
          <a:xfrm>
            <a:off x="3493096" y="976477"/>
            <a:ext cx="2304300" cy="4326900"/>
          </a:xfrm>
          <a:prstGeom prst="roundRect">
            <a:avLst>
              <a:gd fmla="val 16667" name="adj"/>
            </a:avLst>
          </a:prstGeom>
          <a:solidFill>
            <a:srgbClr val="F4F5F8"/>
          </a:solidFill>
          <a:ln cap="flat" cmpd="sng" w="19050">
            <a:solidFill>
              <a:srgbClr val="9B4B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h661f2e6144e1f622_0_113"/>
          <p:cNvSpPr txBox="1"/>
          <p:nvPr/>
        </p:nvSpPr>
        <p:spPr>
          <a:xfrm>
            <a:off x="3657698" y="989786"/>
            <a:ext cx="475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9B4BEB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h661f2e6144e1f622_0_113"/>
          <p:cNvSpPr txBox="1"/>
          <p:nvPr/>
        </p:nvSpPr>
        <p:spPr>
          <a:xfrm>
            <a:off x="3493093" y="1409175"/>
            <a:ext cx="2304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Desarrollo del MVP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8" name="Google Shape;498;h661f2e6144e1f622_0_113"/>
          <p:cNvSpPr/>
          <p:nvPr/>
        </p:nvSpPr>
        <p:spPr>
          <a:xfrm>
            <a:off x="6391820" y="976627"/>
            <a:ext cx="2304300" cy="4326900"/>
          </a:xfrm>
          <a:prstGeom prst="roundRect">
            <a:avLst>
              <a:gd fmla="val 16667" name="adj"/>
            </a:avLst>
          </a:prstGeom>
          <a:solidFill>
            <a:srgbClr val="F4F5F8"/>
          </a:solidFill>
          <a:ln cap="flat" cmpd="sng" w="19050">
            <a:solidFill>
              <a:srgbClr val="2FD29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h661f2e6144e1f622_0_113"/>
          <p:cNvSpPr txBox="1"/>
          <p:nvPr/>
        </p:nvSpPr>
        <p:spPr>
          <a:xfrm>
            <a:off x="6556423" y="989787"/>
            <a:ext cx="475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FD29B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0" name="Google Shape;500;h661f2e6144e1f622_0_113"/>
          <p:cNvSpPr txBox="1"/>
          <p:nvPr/>
        </p:nvSpPr>
        <p:spPr>
          <a:xfrm>
            <a:off x="6391820" y="1416301"/>
            <a:ext cx="2304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Validación de producto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1" name="Google Shape;501;h661f2e6144e1f622_0_113"/>
          <p:cNvSpPr/>
          <p:nvPr/>
        </p:nvSpPr>
        <p:spPr>
          <a:xfrm>
            <a:off x="9290556" y="976477"/>
            <a:ext cx="2304300" cy="4326900"/>
          </a:xfrm>
          <a:prstGeom prst="roundRect">
            <a:avLst>
              <a:gd fmla="val 16667" name="adj"/>
            </a:avLst>
          </a:prstGeom>
          <a:solidFill>
            <a:srgbClr val="F4F5F8"/>
          </a:solidFill>
          <a:ln cap="flat" cmpd="sng" w="1905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h661f2e6144e1f622_0_113"/>
          <p:cNvSpPr txBox="1"/>
          <p:nvPr/>
        </p:nvSpPr>
        <p:spPr>
          <a:xfrm>
            <a:off x="9455148" y="989775"/>
            <a:ext cx="475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9900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3" name="Google Shape;503;h661f2e6144e1f622_0_113"/>
          <p:cNvSpPr txBox="1"/>
          <p:nvPr/>
        </p:nvSpPr>
        <p:spPr>
          <a:xfrm>
            <a:off x="9290548" y="1367325"/>
            <a:ext cx="2304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Entrega y defensa 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04" name="Google Shape;504;h661f2e6144e1f622_0_113"/>
          <p:cNvCxnSpPr/>
          <p:nvPr/>
        </p:nvCxnSpPr>
        <p:spPr>
          <a:xfrm>
            <a:off x="1005867" y="5779008"/>
            <a:ext cx="10195800" cy="0"/>
          </a:xfrm>
          <a:prstGeom prst="straightConnector1">
            <a:avLst/>
          </a:prstGeom>
          <a:noFill/>
          <a:ln cap="flat" cmpd="sng" w="25400">
            <a:solidFill>
              <a:srgbClr val="DCDEE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505" name="Google Shape;505;h661f2e6144e1f622_0_113"/>
          <p:cNvSpPr/>
          <p:nvPr/>
        </p:nvSpPr>
        <p:spPr>
          <a:xfrm>
            <a:off x="1746551" y="5623560"/>
            <a:ext cx="310800" cy="310800"/>
          </a:xfrm>
          <a:prstGeom prst="ellipse">
            <a:avLst/>
          </a:prstGeom>
          <a:solidFill>
            <a:srgbClr val="24BE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h661f2e6144e1f622_0_113"/>
          <p:cNvSpPr/>
          <p:nvPr/>
        </p:nvSpPr>
        <p:spPr>
          <a:xfrm>
            <a:off x="4645276" y="5623560"/>
            <a:ext cx="310800" cy="310800"/>
          </a:xfrm>
          <a:prstGeom prst="ellipse">
            <a:avLst/>
          </a:prstGeom>
          <a:solidFill>
            <a:srgbClr val="9B4BE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h661f2e6144e1f622_0_113"/>
          <p:cNvSpPr/>
          <p:nvPr/>
        </p:nvSpPr>
        <p:spPr>
          <a:xfrm>
            <a:off x="7544001" y="5623560"/>
            <a:ext cx="310800" cy="310800"/>
          </a:xfrm>
          <a:prstGeom prst="ellipse">
            <a:avLst/>
          </a:prstGeom>
          <a:solidFill>
            <a:srgbClr val="2FD29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h661f2e6144e1f622_0_113"/>
          <p:cNvSpPr/>
          <p:nvPr/>
        </p:nvSpPr>
        <p:spPr>
          <a:xfrm>
            <a:off x="10442726" y="5623560"/>
            <a:ext cx="310800" cy="310800"/>
          </a:xfrm>
          <a:prstGeom prst="ellipse">
            <a:avLst/>
          </a:prstGeom>
          <a:solidFill>
            <a:srgbClr val="FF990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h661f2e6144e1f622_0_113"/>
          <p:cNvSpPr txBox="1"/>
          <p:nvPr/>
        </p:nvSpPr>
        <p:spPr>
          <a:xfrm>
            <a:off x="1005752" y="6053325"/>
            <a:ext cx="101958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DISEÑAR</a:t>
            </a:r>
            <a:r>
              <a:rPr b="1" i="0" lang="en-US" sz="2900" u="none" cap="none" strike="noStrike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 → CONSTRUIR → </a:t>
            </a:r>
            <a:r>
              <a:rPr b="1" lang="en-US" sz="2900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VALIDAR</a:t>
            </a:r>
            <a:r>
              <a:rPr b="1" i="0" lang="en-US" sz="2900" u="none" cap="none" strike="noStrike">
                <a:solidFill>
                  <a:srgbClr val="0F1730"/>
                </a:solidFill>
                <a:latin typeface="Montserrat"/>
                <a:ea typeface="Montserrat"/>
                <a:cs typeface="Montserrat"/>
                <a:sym typeface="Montserrat"/>
              </a:rPr>
              <a:t> → PRESENTAR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10" name="Google Shape;510;h661f2e6144e1f622_0_113" title="images-removebg-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9321" y="2617763"/>
            <a:ext cx="2051780" cy="2402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h661f2e6144e1f622_0_113" title="talleres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97798" y="2880112"/>
            <a:ext cx="1195625" cy="11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h661f2e6144e1f622_0_113" title="club_ciudad.png"/>
          <p:cNvPicPr preferRelativeResize="0"/>
          <p:nvPr/>
        </p:nvPicPr>
        <p:blipFill rotWithShape="1">
          <a:blip r:embed="rId5">
            <a:alphaModFix/>
          </a:blip>
          <a:srcRect b="5551" l="0" r="0" t="4924"/>
          <a:stretch/>
        </p:blipFill>
        <p:spPr>
          <a:xfrm>
            <a:off x="7414148" y="3787600"/>
            <a:ext cx="1195658" cy="1371922"/>
          </a:xfrm>
          <a:prstGeom prst="rect">
            <a:avLst/>
          </a:prstGeom>
          <a:noFill/>
          <a:ln>
            <a:noFill/>
          </a:ln>
        </p:spPr>
      </p:pic>
      <p:pic>
        <p:nvPicPr>
          <p:cNvPr id="513" name="Google Shape;513;h661f2e6144e1f622_0_113"/>
          <p:cNvPicPr preferRelativeResize="0"/>
          <p:nvPr/>
        </p:nvPicPr>
        <p:blipFill rotWithShape="1">
          <a:blip r:embed="rId6">
            <a:alphaModFix/>
          </a:blip>
          <a:srcRect b="0" l="0" r="0" t="10619"/>
          <a:stretch/>
        </p:blipFill>
        <p:spPr>
          <a:xfrm>
            <a:off x="9321573" y="2364825"/>
            <a:ext cx="2242310" cy="274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1010"/>
        </a:solidFill>
      </p:bgPr>
    </p:bg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h661f2e6144e1f622_0_215"/>
          <p:cNvSpPr txBox="1"/>
          <p:nvPr/>
        </p:nvSpPr>
        <p:spPr>
          <a:xfrm>
            <a:off x="563693" y="393557"/>
            <a:ext cx="11064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Montserrat"/>
                <a:ea typeface="Montserrat"/>
                <a:cs typeface="Montserrat"/>
                <a:sym typeface="Montserrat"/>
              </a:rPr>
              <a:t>Riesgos que condicionaron el proyecto</a:t>
            </a:r>
            <a:endParaRPr sz="36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9" name="Google Shape;519;h661f2e6144e1f622_0_215"/>
          <p:cNvSpPr/>
          <p:nvPr/>
        </p:nvSpPr>
        <p:spPr>
          <a:xfrm>
            <a:off x="594376" y="1325880"/>
            <a:ext cx="6721200" cy="4892100"/>
          </a:xfrm>
          <a:prstGeom prst="roundRect">
            <a:avLst>
              <a:gd fmla="val 16667" name="adj"/>
            </a:avLst>
          </a:prstGeom>
          <a:solidFill>
            <a:srgbClr val="18191F"/>
          </a:solidFill>
          <a:ln cap="flat" cmpd="sng" w="19050">
            <a:solidFill>
              <a:srgbClr val="24BE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h661f2e6144e1f622_0_215"/>
          <p:cNvSpPr txBox="1"/>
          <p:nvPr/>
        </p:nvSpPr>
        <p:spPr>
          <a:xfrm>
            <a:off x="868693" y="1600200"/>
            <a:ext cx="6129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4BEE8"/>
                </a:solidFill>
                <a:latin typeface="Montserrat"/>
                <a:ea typeface="Montserrat"/>
                <a:cs typeface="Montserrat"/>
                <a:sym typeface="Montserrat"/>
              </a:rPr>
              <a:t>RIESGOS PREVISTOS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1" name="Google Shape;521;h661f2e6144e1f622_0_215"/>
          <p:cNvSpPr/>
          <p:nvPr/>
        </p:nvSpPr>
        <p:spPr>
          <a:xfrm>
            <a:off x="868703" y="2468865"/>
            <a:ext cx="713100" cy="713100"/>
          </a:xfrm>
          <a:prstGeom prst="roundRect">
            <a:avLst>
              <a:gd fmla="val 16667" name="adj"/>
            </a:avLst>
          </a:prstGeom>
          <a:solidFill>
            <a:srgbClr val="1D323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h661f2e6144e1f622_0_215"/>
          <p:cNvSpPr txBox="1"/>
          <p:nvPr/>
        </p:nvSpPr>
        <p:spPr>
          <a:xfrm>
            <a:off x="1783190" y="2317533"/>
            <a:ext cx="4389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AFAFA"/>
                </a:solidFill>
                <a:latin typeface="Montserrat"/>
                <a:ea typeface="Montserrat"/>
                <a:cs typeface="Montserrat"/>
                <a:sym typeface="Montserrat"/>
              </a:rPr>
              <a:t>Distribución de tiempos y plazos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3" name="Google Shape;523;h661f2e6144e1f622_0_215"/>
          <p:cNvSpPr/>
          <p:nvPr/>
        </p:nvSpPr>
        <p:spPr>
          <a:xfrm>
            <a:off x="868641" y="3710360"/>
            <a:ext cx="713100" cy="713100"/>
          </a:xfrm>
          <a:prstGeom prst="roundRect">
            <a:avLst>
              <a:gd fmla="val 16667" name="adj"/>
            </a:avLst>
          </a:prstGeom>
          <a:solidFill>
            <a:srgbClr val="3C301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h661f2e6144e1f622_0_215"/>
          <p:cNvSpPr txBox="1"/>
          <p:nvPr/>
        </p:nvSpPr>
        <p:spPr>
          <a:xfrm>
            <a:off x="1783203" y="3559066"/>
            <a:ext cx="4389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AFAFA"/>
                </a:solidFill>
                <a:latin typeface="Montserrat"/>
                <a:ea typeface="Montserrat"/>
                <a:cs typeface="Montserrat"/>
                <a:sym typeface="Montserrat"/>
              </a:rPr>
              <a:t>Ventanas horarias cambiantes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5" name="Google Shape;525;h661f2e6144e1f622_0_215"/>
          <p:cNvSpPr/>
          <p:nvPr/>
        </p:nvSpPr>
        <p:spPr>
          <a:xfrm>
            <a:off x="868698" y="4951825"/>
            <a:ext cx="713100" cy="646500"/>
          </a:xfrm>
          <a:prstGeom prst="roundRect">
            <a:avLst>
              <a:gd fmla="val 16667" name="adj"/>
            </a:avLst>
          </a:prstGeom>
          <a:solidFill>
            <a:srgbClr val="35244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h661f2e6144e1f622_0_215"/>
          <p:cNvSpPr txBox="1"/>
          <p:nvPr/>
        </p:nvSpPr>
        <p:spPr>
          <a:xfrm>
            <a:off x="1783198" y="4998025"/>
            <a:ext cx="553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AFAFA"/>
                </a:solidFill>
                <a:latin typeface="Montserrat"/>
                <a:ea typeface="Montserrat"/>
                <a:cs typeface="Montserrat"/>
                <a:sym typeface="Montserrat"/>
              </a:rPr>
              <a:t>Bot conversacional</a:t>
            </a:r>
            <a:r>
              <a:rPr b="1" lang="en-US" sz="3000">
                <a:solidFill>
                  <a:srgbClr val="FAFAFA"/>
                </a:solidFill>
                <a:latin typeface="Montserrat"/>
                <a:ea typeface="Montserrat"/>
                <a:cs typeface="Montserrat"/>
                <a:sym typeface="Montserrat"/>
              </a:rPr>
              <a:t> (PLN)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7" name="Google Shape;527;h661f2e6144e1f622_0_215"/>
          <p:cNvSpPr/>
          <p:nvPr/>
        </p:nvSpPr>
        <p:spPr>
          <a:xfrm>
            <a:off x="7571433" y="1325880"/>
            <a:ext cx="4023300" cy="4892100"/>
          </a:xfrm>
          <a:prstGeom prst="roundRect">
            <a:avLst>
              <a:gd fmla="val 16667" name="adj"/>
            </a:avLst>
          </a:prstGeom>
          <a:solidFill>
            <a:srgbClr val="18191F"/>
          </a:solidFill>
          <a:ln cap="flat" cmpd="sng" w="19050">
            <a:solidFill>
              <a:srgbClr val="F54B6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h661f2e6144e1f622_0_215"/>
          <p:cNvSpPr txBox="1"/>
          <p:nvPr/>
        </p:nvSpPr>
        <p:spPr>
          <a:xfrm>
            <a:off x="7845758" y="1600200"/>
            <a:ext cx="3566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54B69"/>
                </a:solidFill>
                <a:latin typeface="Montserrat"/>
                <a:ea typeface="Montserrat"/>
                <a:cs typeface="Montserrat"/>
                <a:sym typeface="Montserrat"/>
              </a:rPr>
              <a:t>IMPREVISTO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9" name="Google Shape;529;h661f2e6144e1f622_0_215"/>
          <p:cNvSpPr/>
          <p:nvPr/>
        </p:nvSpPr>
        <p:spPr>
          <a:xfrm>
            <a:off x="7845761" y="2240280"/>
            <a:ext cx="749700" cy="749700"/>
          </a:xfrm>
          <a:prstGeom prst="roundRect">
            <a:avLst>
              <a:gd fmla="val 16667" name="adj"/>
            </a:avLst>
          </a:prstGeom>
          <a:solidFill>
            <a:srgbClr val="3C1C2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h661f2e6144e1f622_0_215"/>
          <p:cNvSpPr txBox="1"/>
          <p:nvPr/>
        </p:nvSpPr>
        <p:spPr>
          <a:xfrm>
            <a:off x="7845750" y="2240272"/>
            <a:ext cx="7497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F54B69"/>
                </a:solidFill>
                <a:latin typeface="Play"/>
                <a:ea typeface="Play"/>
                <a:cs typeface="Play"/>
                <a:sym typeface="Play"/>
              </a:rPr>
              <a:t>↪</a:t>
            </a:r>
            <a:endParaRPr sz="3700"/>
          </a:p>
        </p:txBody>
      </p:sp>
      <p:sp>
        <p:nvSpPr>
          <p:cNvPr id="531" name="Google Shape;531;h661f2e6144e1f622_0_215"/>
          <p:cNvSpPr txBox="1"/>
          <p:nvPr/>
        </p:nvSpPr>
        <p:spPr>
          <a:xfrm>
            <a:off x="8760186" y="2212848"/>
            <a:ext cx="24231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AFAFA"/>
                </a:solidFill>
                <a:latin typeface="Montserrat"/>
                <a:ea typeface="Montserrat"/>
                <a:cs typeface="Montserrat"/>
                <a:sym typeface="Montserrat"/>
              </a:rPr>
              <a:t>Cambio de canal</a:t>
            </a:r>
            <a:endParaRPr sz="3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2" name="Google Shape;532;h661f2e6144e1f622_0_215"/>
          <p:cNvSpPr txBox="1"/>
          <p:nvPr/>
        </p:nvSpPr>
        <p:spPr>
          <a:xfrm>
            <a:off x="8855136" y="4120837"/>
            <a:ext cx="1547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F54B69"/>
                </a:solidFill>
                <a:latin typeface="Montserrat"/>
                <a:ea typeface="Montserrat"/>
                <a:cs typeface="Montserrat"/>
                <a:sym typeface="Montserrat"/>
              </a:rPr>
              <a:t>↓</a:t>
            </a:r>
            <a:endParaRPr sz="43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33" name="Google Shape;533;h661f2e6144e1f622_0_2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7334" y="2317525"/>
            <a:ext cx="1015800" cy="101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h661f2e6144e1f622_0_2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0337" y="3692000"/>
            <a:ext cx="749800" cy="74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h661f2e6144e1f622_0_2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937" y="4867813"/>
            <a:ext cx="814513" cy="814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Google Shape;536;h661f2e6144e1f622_0_2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15901" y="3287200"/>
            <a:ext cx="1934398" cy="101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h661f2e6144e1f622_0_2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046995" y="4951825"/>
            <a:ext cx="1163675" cy="116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43" name="Google Shape;543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544" name="Google Shape;544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547" name="Google Shape;547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48" name="Google Shape;548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549" name="Google Shape;549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552" name="Google Shape;552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cromática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53" name="Google Shape;553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554" name="Google Shape;554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557" name="Google Shape;557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Claridad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inanciera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564" name="Google Shape;564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5" name="Google Shape;565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66" name="Google Shape;566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sz="3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26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0" name="Google Shape;570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4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26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571" name="Google Shape;571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572" name="Google Shape;572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3" name="Google Shape;573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4" name="Google Shape;574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81" name="Google Shape;581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582" name="Google Shape;582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585" name="Google Shape;585;p17"/>
            <p:cNvSpPr txBox="1"/>
            <p:nvPr/>
          </p:nvSpPr>
          <p:spPr>
            <a:xfrm>
              <a:off x="93300" y="1107600"/>
              <a:ext cx="3242400" cy="125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40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586" name="Google Shape;586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87" name="Google Shape;587;p17"/>
            <p:cNvSpPr txBox="1"/>
            <p:nvPr/>
          </p:nvSpPr>
          <p:spPr>
            <a:xfrm>
              <a:off x="93300" y="2456850"/>
              <a:ext cx="3242400" cy="176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+ tarifa variable por transacción</a:t>
              </a:r>
              <a:endParaRPr sz="32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588" name="Google Shape;588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589" name="Google Shape;589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592" name="Google Shape;592;p17"/>
            <p:cNvSpPr txBox="1"/>
            <p:nvPr/>
          </p:nvSpPr>
          <p:spPr>
            <a:xfrm>
              <a:off x="49350" y="1135650"/>
              <a:ext cx="3330300" cy="119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593" name="Google Shape;593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94" name="Google Shape;594;p17"/>
            <p:cNvSpPr txBox="1"/>
            <p:nvPr/>
          </p:nvSpPr>
          <p:spPr>
            <a:xfrm>
              <a:off x="228600" y="2508875"/>
              <a:ext cx="2971800" cy="166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595" name="Google Shape;595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597" name="Google Shape;597;p17"/>
          <p:cNvSpPr txBox="1"/>
          <p:nvPr/>
        </p:nvSpPr>
        <p:spPr>
          <a:xfrm>
            <a:off x="856275" y="2739375"/>
            <a:ext cx="2819400" cy="6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4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8" name="Google Shape;598;p17"/>
          <p:cNvSpPr txBox="1"/>
          <p:nvPr/>
        </p:nvSpPr>
        <p:spPr>
          <a:xfrm>
            <a:off x="876300" y="3543300"/>
            <a:ext cx="2819400" cy="11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endParaRPr sz="30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599" name="Google Shape;599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00" name="Google Shape;600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601" name="Google Shape;601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602" name="Google Shape;602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08" name="Google Shape;608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(10 Clubes)</a:t>
            </a:r>
            <a:endParaRPr b="1" sz="42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1" name="Google Shape;611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</a:t>
            </a:r>
            <a:r>
              <a:rPr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96</a:t>
            </a: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612" name="Google Shape;612;h6614320cb80fea18_0_3040"/>
          <p:cNvGrpSpPr/>
          <p:nvPr/>
        </p:nvGrpSpPr>
        <p:grpSpPr>
          <a:xfrm>
            <a:off x="5957559" y="2848598"/>
            <a:ext cx="5699841" cy="1922811"/>
            <a:chOff x="5924559" y="2848598"/>
            <a:chExt cx="5699841" cy="1922811"/>
          </a:xfrm>
        </p:grpSpPr>
        <p:grpSp>
          <p:nvGrpSpPr>
            <p:cNvPr id="613" name="Google Shape;613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614" name="Google Shape;614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" name="Google Shape;615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616" name="Google Shape;616;h6614320cb80fea18_0_3040"/>
            <p:cNvSpPr txBox="1"/>
            <p:nvPr/>
          </p:nvSpPr>
          <p:spPr>
            <a:xfrm>
              <a:off x="7899900" y="3128100"/>
              <a:ext cx="37245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33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17" name="Google Shape;617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5" name="Google Shape;625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1" name="Google Shape;631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632" name="Google Shape;632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h6594a2e70c4c9f3_22_113"/>
          <p:cNvSpPr txBox="1"/>
          <p:nvPr/>
        </p:nvSpPr>
        <p:spPr>
          <a:xfrm>
            <a:off x="285783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634" name="Google Shape;634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5" name="Google Shape;635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6" name="Google Shape;636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h6594a2e70c4c9f3_22_113"/>
          <p:cNvSpPr txBox="1"/>
          <p:nvPr/>
        </p:nvSpPr>
        <p:spPr>
          <a:xfrm>
            <a:off x="2752185" y="2678275"/>
            <a:ext cx="4905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639" name="Google Shape;639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h6594a2e70c4c9f3_22_113"/>
          <p:cNvSpPr txBox="1"/>
          <p:nvPr/>
        </p:nvSpPr>
        <p:spPr>
          <a:xfrm>
            <a:off x="2785049" y="39024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1" name="Google Shape;641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h6594a2e70c4c9f3_22_113"/>
          <p:cNvSpPr txBox="1"/>
          <p:nvPr/>
        </p:nvSpPr>
        <p:spPr>
          <a:xfrm>
            <a:off x="5109034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44" name="Google Shape;644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5" name="Google Shape;645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h6594a2e70c4c9f3_22_113"/>
          <p:cNvSpPr txBox="1"/>
          <p:nvPr/>
        </p:nvSpPr>
        <p:spPr>
          <a:xfrm>
            <a:off x="7487792" y="2678275"/>
            <a:ext cx="681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648" name="Google Shape;648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Expansión</a:t>
            </a: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 financiera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0" name="Google Shape;650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651" name="Google Shape;651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h6594a2e70c4c9f3_22_113"/>
          <p:cNvSpPr txBox="1"/>
          <p:nvPr/>
        </p:nvSpPr>
        <p:spPr>
          <a:xfrm>
            <a:off x="9932285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653" name="Google Shape;653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h6594a2e70c4c9f3_22_113"/>
          <p:cNvSpPr txBox="1"/>
          <p:nvPr/>
        </p:nvSpPr>
        <p:spPr>
          <a:xfrm>
            <a:off x="9983400" y="3945325"/>
            <a:ext cx="18717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655" name="Google Shape;655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0" name="Google Shape;66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662" name="Google Shape;662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2" name="Google Shape;67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