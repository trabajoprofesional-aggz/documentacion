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s-A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734AB6-1EFA-9AE0-4C83-E33081E7D8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E68CFC1-3D33-2081-C425-FB81B57B8C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C24EFCD-89E0-68B1-8927-7CE537ED39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4E1B-651A-439C-8ECF-E03B884EC1BA}" type="datetimeFigureOut">
              <a:rPr lang="es-AR" smtClean="0"/>
              <a:t>12/9/2026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458BF4B-6793-6FDE-D9AE-A6A3329B4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B20D21F-D356-DE38-B179-386DEE8B9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F8311-602C-46D4-BE7C-C60BE3FBB9B8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865365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5DA32F-D4BC-1644-01A2-D516803C97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FC0F53D-0806-77FE-1824-2629286FC6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4AF52A6-CFEB-21AF-C2D5-97C726EE7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4E1B-651A-439C-8ECF-E03B884EC1BA}" type="datetimeFigureOut">
              <a:rPr lang="es-AR" smtClean="0"/>
              <a:t>12/9/2026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7562AB6-C78E-35CA-3ECA-C687E1D5A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E501483-3D06-1C2C-4452-7FFFDF6E9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F8311-602C-46D4-BE7C-C60BE3FBB9B8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407612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B3BC44-758D-4AC0-4185-C6CF46737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4F9DD2D-33ED-B02A-6C05-CEEDF278B2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A924C1C-0B0D-F5FE-C1D4-283AB2006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4E1B-651A-439C-8ECF-E03B884EC1BA}" type="datetimeFigureOut">
              <a:rPr lang="es-AR" smtClean="0"/>
              <a:t>12/9/2026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699FA37-E723-AEB1-0D40-A7057F6DB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AF5D78B-17C0-A97A-EC37-F0786B926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F8311-602C-46D4-BE7C-C60BE3FBB9B8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935878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E047A6-D6B4-B93C-A16D-B9FBB2616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F36927B-D033-C55E-04C3-65B7BD53A0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8E23423-609D-11B4-7CDA-A68F0A55FC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56524EA-CC1C-3BB5-8DEA-6225AEF11B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4E1B-651A-439C-8ECF-E03B884EC1BA}" type="datetimeFigureOut">
              <a:rPr lang="es-AR" smtClean="0"/>
              <a:t>12/9/2026</a:t>
            </a:fld>
            <a:endParaRPr lang="es-AR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5625206-B53D-87DC-9986-A0C39231E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0362BF6-20B4-C578-4CBD-D1F97F5CF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F8311-602C-46D4-BE7C-C60BE3FBB9B8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640868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067C90-F26E-A656-3D8D-6C3C51E08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66BB936-0521-4D73-9669-4B95103ADE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7363C4C-F1DC-DD6A-294C-64F624AECB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1DBF7F9-4399-AEB4-7BF5-C1CA6F53D0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7316BC09-43D3-089F-C797-2158C54F7C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386BDAC-6E60-7FA2-E80B-054D9FBD9B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4E1B-651A-439C-8ECF-E03B884EC1BA}" type="datetimeFigureOut">
              <a:rPr lang="es-AR" smtClean="0"/>
              <a:t>12/9/2026</a:t>
            </a:fld>
            <a:endParaRPr lang="es-AR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4246D8F-C494-3145-8B54-765637E09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13418060-B444-BCFE-EE92-1E30AC10C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F8311-602C-46D4-BE7C-C60BE3FBB9B8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27868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E15523-8D5F-1450-C118-25CF5B3B5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0D5AB74-262D-017C-FB7A-47E778BBA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4E1B-651A-439C-8ECF-E03B884EC1BA}" type="datetimeFigureOut">
              <a:rPr lang="es-AR" smtClean="0"/>
              <a:t>12/9/2026</a:t>
            </a:fld>
            <a:endParaRPr lang="es-AR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5951820-520D-81DB-943D-82C27D276E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279FCF6-277A-F1D4-5135-2C2597888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F8311-602C-46D4-BE7C-C60BE3FBB9B8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6185046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0998C4A-6013-9034-8B33-E717F5401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4E1B-651A-439C-8ECF-E03B884EC1BA}" type="datetimeFigureOut">
              <a:rPr lang="es-AR" smtClean="0"/>
              <a:t>12/9/2026</a:t>
            </a:fld>
            <a:endParaRPr lang="es-AR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12E6CA9-6A55-DA5D-6B4F-6C1624A4D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F2EE30A-6D32-3EA5-0695-EAAB39E95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F8311-602C-46D4-BE7C-C60BE3FBB9B8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5892305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DD02AE-42C4-9692-CF30-730AFA32B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30EA139-375C-1952-880E-885E6A5600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32ECCC4-5AD8-B159-7454-EDA40EADFE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6DD4BDF-CB5D-AC3D-C31B-6EA100D2FD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4E1B-651A-439C-8ECF-E03B884EC1BA}" type="datetimeFigureOut">
              <a:rPr lang="es-AR" smtClean="0"/>
              <a:t>12/9/2026</a:t>
            </a:fld>
            <a:endParaRPr lang="es-AR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DD3F9B4-33C1-CD01-2B84-79A92A85DD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B50A881-E0F5-D826-8A78-AE8EEBD22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F8311-602C-46D4-BE7C-C60BE3FBB9B8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413049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39391F-6F99-0087-1FDE-34067E8AED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E6AE7AB-77A6-8AA1-E06A-BF908D3076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AR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B9BB745-6587-BF2B-0887-34A3FDAAB1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C821587-0C10-F297-BDE7-BC7030005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4E1B-651A-439C-8ECF-E03B884EC1BA}" type="datetimeFigureOut">
              <a:rPr lang="es-AR" smtClean="0"/>
              <a:t>12/9/2026</a:t>
            </a:fld>
            <a:endParaRPr lang="es-AR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D864DF6-367F-D269-3357-8A87998E7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00ED2AD-08B1-6545-AEB4-B0B4C0AE4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F8311-602C-46D4-BE7C-C60BE3FBB9B8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543219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3636B3-E414-8098-2C01-E87F70419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F3BE03F-7A65-4D7F-F761-AA9D2B5F3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DD152E6-07AB-1955-F048-699B01BEE5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4E1B-651A-439C-8ECF-E03B884EC1BA}" type="datetimeFigureOut">
              <a:rPr lang="es-AR" smtClean="0"/>
              <a:t>12/9/2026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CA48F62-B527-E95C-C6D2-FE50AC3EF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683870D-25ED-394E-4FCD-95CCF2207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F8311-602C-46D4-BE7C-C60BE3FBB9B8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137799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501748E-C6DF-C1D5-7BD9-2D2A391C47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4D0B4C9-ACDE-BFBB-04C2-6F1E02AA38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8641F9E-451B-A005-CBBA-7DFFDDB245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4E1B-651A-439C-8ECF-E03B884EC1BA}" type="datetimeFigureOut">
              <a:rPr lang="es-AR" smtClean="0"/>
              <a:t>12/9/2026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FF4FC8A-11AF-AB51-15BD-1A6FB46DE7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7C8E9A4-FE34-C1CF-D55F-E7FDC9A0DF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F8311-602C-46D4-BE7C-C60BE3FBB9B8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026789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30C40B0-B83E-22A5-9BF4-BAC850CDD8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0CBFDBC-D389-8668-1B29-F19B310BBD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EC75665-F75D-B0AD-26C6-02B20E528C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354E1B-651A-439C-8ECF-E03B884EC1BA}" type="datetimeFigureOut">
              <a:rPr lang="es-AR" smtClean="0"/>
              <a:t>12/9/2026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FEB7093-1748-F2CD-3C6A-0F2A671FA9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A85CEE5-A73C-AE12-57F7-788B021383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6F8311-602C-46D4-BE7C-C60BE3FBB9B8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7665244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A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3817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Panorámica</PresentationFormat>
  <Paragraphs>0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Felipe Santino Ascencio</dc:creator>
  <cp:lastModifiedBy>Felipe Santino Ascencio</cp:lastModifiedBy>
  <cp:revision>1</cp:revision>
  <dcterms:created xsi:type="dcterms:W3CDTF">2026-09-12T16:29:18Z</dcterms:created>
  <dcterms:modified xsi:type="dcterms:W3CDTF">2026-09-12T16:29:22Z</dcterms:modified>
</cp:coreProperties>
</file>