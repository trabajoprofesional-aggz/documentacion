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48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B2D7D1-C684-9B4D-D35F-9059D31269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66BB75E-BE20-639A-99AD-A91F0BF32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8266BDF-62B6-A24A-F4F2-CA62FE343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A8DDE6-7553-0719-3243-C00547636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BED8B89-8995-AE5D-F4EE-47BA48C1F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28403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165705-FC97-B789-2C98-D7166A5CB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2C31844-167E-DF5F-170D-498C9DFFA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659000-FC12-9295-EC03-0CB1A9BC7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24A253-2D0A-976F-081C-628F3A0ED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99E0D8-9BDB-3EFF-BF93-2C4AAB432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50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9B10DC-23D1-7CCE-B324-FA8416F82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D171B4F-C4F1-6125-B36E-486A6A471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0F1748-26AC-6CF1-F7E3-E50F727F5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09FB7B2-853A-4705-6248-78A9AEABF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ADB92E-D28B-3E82-53F8-429943472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557168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F50B35-8E0B-23D7-A80F-AEB4FB2BB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0425CDD-75DA-153F-29F4-F11F4C3FE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F93E92-1855-F0A5-7CFE-C015FF2016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BB10911-7477-8D66-51AB-0EF794A7F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3F44A94-C3D3-B5BB-0158-941F6304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A0AF8D5-A180-8FC1-01A4-54D8FA7AA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57742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DBE169-BF2A-25C5-0309-C94E36453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A350798-9E14-E907-A3B4-24E804C5B9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281549C-B209-F945-7CC0-DDCA7F911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0535416-D435-3AEE-ED94-8C867FB355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B78B50-DD0F-CE1F-B420-1118BDA14C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BC78A3A-EEF7-3A94-415B-4C9FAA4BE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F9B24E0-1576-C4A0-9A94-38D0DB409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DA571C6-BE76-D74D-BD9C-C7A57C5C7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26493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51E4AB-2B94-DE0B-A877-875A5B2EE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1FA13FF-0FFD-43EF-47D6-ED32E732B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1F7AD1B-5CA0-421D-37DA-5060F1A84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73AAE6B-659E-DA8E-0E52-84BCA30D5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25586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83DB1CE-F264-3A64-6B1D-1F7EC44D6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1B65D05-E836-712A-31CF-6565E42A1E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6F90B71-A9CB-82F9-884B-F0858A5C2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70801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A0220E-8490-3696-8D43-F5EEB1CA8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C7E0E17-A47F-D495-D962-6BF1348891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8FF0C02-F459-920D-68E0-642979FCAA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3EB6999-7C32-D7BC-4B85-C54645FDC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59C080E-DDC9-1EE6-B5A0-9F4616F1A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7621FD-72AC-5953-5605-DB7F45247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470053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1F9BFD-9045-99AE-05E7-3B3D37F81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7AD4A1EB-990B-BE93-5593-AAA991E4AC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6BE3E68-48F9-B131-94A2-7BC3AD862F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1C1BC91-C615-7331-99B8-3E59E7BEA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D2C82B7-87BE-7A73-8214-E549C7620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3129286-0F62-734C-B9CB-8DED9C0A3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06843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0EBF59-9254-F4D4-2797-E329FD22C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8B0054A-3E8F-D233-F1AB-9C35F3F1C9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22A8E04-6704-B776-D32F-D7F1F5E39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FCD3B94-6622-4E53-E97F-17ADEC6D6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538E3F3-6F38-D4DE-D71B-1B1EFDB543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470979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6931E46-508E-E1C7-F987-2D24D44599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BA2E060-790B-626F-A873-B9D01505E2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5682EA9-C949-F9DD-C9B3-FCCD0C2FB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04AA816-6A29-35E3-2EF0-F9BCF0217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0E60A1E-22BD-B817-74C6-643E65193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49644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E67A72F-2D01-B775-9236-D9E8A9488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BBB0B4F-FF4F-81C0-D566-AF2F0B1FE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238475-6F54-58A5-5C8E-6E784EABA3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E86B95-B350-4559-83F9-9817161F6D3A}" type="datetimeFigureOut">
              <a:rPr lang="es-AR" smtClean="0"/>
              <a:t>23/6/2026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48569BE-A632-5369-9F19-8A17546949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AB17FDB-C0D5-5766-3350-FC3BAF701C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0B0F2-A878-43E8-A094-1791F671B38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334054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A6A2D10-C589-0763-6875-7EBB6FB237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4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6C9923B-73D2-FCFC-3037-FD199717B0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216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5418C-5257-9CDF-4EAC-54EDC2062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5531F05-57DF-1697-4791-3D45FA7EB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464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FB61-06B8-EE4D-A4D5-E5CB813E8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2B8257F-0C80-D8AB-A3BD-6B7FA7300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05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A0D4A-9A39-AA53-07E3-5BB1BA02D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377A72BC-5322-9CF2-D8CB-5148C8CD2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168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5522-6E5A-0106-C970-D4E7E7689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2EE9BE3-C38A-2AEF-AE07-1A6C84B1A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896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8AF29-F3C1-A599-07F5-511238023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DB02957-F678-AAC3-AFBE-1BB4A7ECC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695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7D774-DD59-2FD1-F883-B422A6D71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18B7626-5D9E-E0C9-9D59-82EAFAFEA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880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4A471-AAC3-2802-1EC7-F8A924EF9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D9C1173-5A56-D5D5-DD5E-F2C5D0102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6655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07019-491A-1ABB-857D-DAB77F871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083CACC-B016-DD49-6C24-53D325D22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843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9FD8C-ECAC-29D7-EA37-98F2FCBEE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2702800-6115-53CD-56A1-2AF92667E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943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067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279E9-F3B6-EF16-47C9-433EA4961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FA486AE-1412-1A16-418D-CB1EC1667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0355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F8C8A-521E-6573-6AD3-2F244BA5B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69F5D90-D6D2-A80C-AC57-9B82B0BBC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92671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F0773-D300-6358-5039-A4DB0CE12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BA410A6-EE1D-780C-CA6E-98C984E93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4435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C60A1-B7CE-30FA-6AB2-84AE462C0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119B586-7C1E-1B7E-C44D-1C7CEC7DF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503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7456B-E280-9D9E-58CA-E9280A629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E3C6693-1010-A8E9-56F4-564809A7B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6460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6036A0A8-EEBE-8B83-4429-895B4DE76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2477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1255C8A-D3F3-BD84-AA11-7DAF8309B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2690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9702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Panorámica</PresentationFormat>
  <Paragraphs>0</Paragraphs>
  <Slides>18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Santino Ascencio</dc:creator>
  <cp:lastModifiedBy>Felipe Santino Ascencio</cp:lastModifiedBy>
  <cp:revision>1</cp:revision>
  <dcterms:created xsi:type="dcterms:W3CDTF">2026-06-23T12:42:35Z</dcterms:created>
  <dcterms:modified xsi:type="dcterms:W3CDTF">2026-06-23T12:51:09Z</dcterms:modified>
</cp:coreProperties>
</file>