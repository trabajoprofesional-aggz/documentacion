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B3236-589C-C13E-B22E-232798EED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0BC30E-1F5C-B0DE-0C4E-443E54037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708076-F4CC-8BB6-ADA0-2BB5362D2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F930-1B1D-4D9D-94F7-484F0D0B4167}" type="datetimeFigureOut">
              <a:rPr lang="es-AR" smtClean="0"/>
              <a:t>23/6/2026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A87BBF-DA43-37AB-896E-6AAAF00C5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774FE5-1261-C11D-4375-FB26DE7A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7B70-7BF8-4839-B134-BDC359C860D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4564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0A733-2CC1-E9C4-0FE6-D1503A7E5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EBEE01-F7AD-8A19-F41B-1EF5447DA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250AB0-E0A8-0DB5-2138-8AD1F9949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F930-1B1D-4D9D-94F7-484F0D0B4167}" type="datetimeFigureOut">
              <a:rPr lang="es-AR" smtClean="0"/>
              <a:t>23/6/2026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BF9BB5-C796-985E-E85A-0EDED635F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003ED5-9E79-D6DB-3DD6-5525F859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7B70-7BF8-4839-B134-BDC359C860D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6656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19B86-6887-3BBA-5CCA-562596982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957586-8706-CA82-AA79-4B0495150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1A347A-A966-50D5-BC39-BC865AB5B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F930-1B1D-4D9D-94F7-484F0D0B4167}" type="datetimeFigureOut">
              <a:rPr lang="es-AR" smtClean="0"/>
              <a:t>23/6/2026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81E5B9-B233-F0C0-32A4-5B532A875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A47F6A-9046-EC32-2FC4-16B1607F6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7B70-7BF8-4839-B134-BDC359C860D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8329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968007-55C0-EF0C-7BF2-6EBD71199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590296-B2E4-F171-1C90-55DD98D16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61BD5C-1E4D-236F-0DC0-3AB178268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135C7C-C3E1-179F-FB74-0175748B0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F930-1B1D-4D9D-94F7-484F0D0B4167}" type="datetimeFigureOut">
              <a:rPr lang="es-AR" smtClean="0"/>
              <a:t>23/6/2026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D56032-2999-227A-EEA5-65BD361B5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BA7E76-24C8-1B0D-3CB3-2499347F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7B70-7BF8-4839-B134-BDC359C860D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72282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F19F4-3C2A-CBDC-6EF2-D3E98E22B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89898C-1515-F835-6D92-9CD383045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34EAE2-93A9-DD6A-7631-04913EFD6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94AC488-131E-1504-1F09-361E32B6C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F55B2DA-8C18-3171-8D63-D1A2E4A3B8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BA59FFC-5151-80B0-D617-8B2A56349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F930-1B1D-4D9D-94F7-484F0D0B4167}" type="datetimeFigureOut">
              <a:rPr lang="es-AR" smtClean="0"/>
              <a:t>23/6/2026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581DD15-4F72-FD3B-4FE9-29AD332E3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9C20389-3070-E018-2F3F-3F452740F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7B70-7BF8-4839-B134-BDC359C860D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99633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FD8E6-E501-0DD4-53C9-14FD43F3C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5BA56E5-1EFA-83F9-5D1E-C3C19DC3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F930-1B1D-4D9D-94F7-484F0D0B4167}" type="datetimeFigureOut">
              <a:rPr lang="es-AR" smtClean="0"/>
              <a:t>23/6/2026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05E33DE-63A4-0850-911D-81C17475F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FE7BF8-030E-7E48-E020-0F1D5E78B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7B70-7BF8-4839-B134-BDC359C860D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77908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DD1C74-C201-B9E9-8EF1-22B3E0391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F930-1B1D-4D9D-94F7-484F0D0B4167}" type="datetimeFigureOut">
              <a:rPr lang="es-AR" smtClean="0"/>
              <a:t>23/6/2026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3D00FB0-F835-D1A1-741A-922488A69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8B9556-60B6-E66A-CDF3-E86BB2A31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7B70-7BF8-4839-B134-BDC359C860D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1303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635B0-16D8-42AE-F31A-8366D3E0C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8D41CA-9E35-115E-855A-D3D774A10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41ABDD-2E96-E355-D54E-B15E4E19D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810807-E1E3-0AD3-9CE8-17FE7F8AD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F930-1B1D-4D9D-94F7-484F0D0B4167}" type="datetimeFigureOut">
              <a:rPr lang="es-AR" smtClean="0"/>
              <a:t>23/6/2026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53EACD-A473-7924-915B-C419F8BFE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4EAD63-F5B6-BCE4-3324-D6EC392A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7B70-7BF8-4839-B134-BDC359C860D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0724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AA87E-25F7-C11E-31C2-E205FDD9C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D764943-3D50-FE1D-651E-1A9D714469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E64E36-89B3-C279-7B92-179BF4663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881EF0-884F-C29D-8BAD-D16D1776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F930-1B1D-4D9D-94F7-484F0D0B4167}" type="datetimeFigureOut">
              <a:rPr lang="es-AR" smtClean="0"/>
              <a:t>23/6/2026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63FFD8F-C5C9-E6AF-36C2-B24A70C1E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C8F3E-DAF4-C0CA-79A8-268AF1115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7B70-7BF8-4839-B134-BDC359C860D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8403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D25D59-4329-E7EB-12E0-951C08BEF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CAEF0C-CF95-B282-5D58-2E4DB1FC8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FD28BC-9A6D-811F-1429-C247F051D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F930-1B1D-4D9D-94F7-484F0D0B4167}" type="datetimeFigureOut">
              <a:rPr lang="es-AR" smtClean="0"/>
              <a:t>23/6/2026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90F503-9E4C-FC45-88F7-9E4769EEE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FC5459-6AF5-0E10-77C9-CB34CB576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7B70-7BF8-4839-B134-BDC359C860D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3381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61519B-94F5-5394-BBB9-3B1396264F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54D84DC-3C0A-5551-EB6A-AFFB99790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B4AA6B-70E3-67CF-3D42-7629A3CA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F930-1B1D-4D9D-94F7-484F0D0B4167}" type="datetimeFigureOut">
              <a:rPr lang="es-AR" smtClean="0"/>
              <a:t>23/6/2026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E72E63-4B49-ADE1-A6BF-CBE09AC6D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9DC8CE-E0E6-C3DB-B313-885EB285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7B70-7BF8-4839-B134-BDC359C860D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15242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FA8A0EF-0D84-6157-9A77-70135C6F1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64C9F9-C5F2-5AF5-A654-4742DD1FB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0D7495-582C-DA82-E9C2-54C91450FB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6FF930-1B1D-4D9D-94F7-484F0D0B4167}" type="datetimeFigureOut">
              <a:rPr lang="es-AR" smtClean="0"/>
              <a:t>23/6/2026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6CEA0F-5AA2-33A8-A94F-6B1E09D8C7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A90C82-93A2-0DEF-1895-894FCDF99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747B70-7BF8-4839-B134-BDC359C860D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219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6809B7B-7994-C2F9-2454-25509F723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8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227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E9E5D-0456-0DB6-4E60-A589E4085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A5B3FF0-38B8-51CC-F0BF-4B80582FE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15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BA40A-4CA8-90FA-495E-B93F5461B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BE8E76A-1FC4-D511-9024-FF0F48502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51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D809C-D64B-F325-1588-A0112CC3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3453414-68AA-4E3F-23F9-5F437A45E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91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E8601-D886-4FD9-6559-1E19AC49E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0C2D72-99FD-FADB-71C8-7819423F8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117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8EDDA-EC35-81A6-9242-35960801B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E0C5D32-1476-CC98-3292-81529D85B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143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70C7A-23AB-9F4D-808D-F0639CB3B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1A1F03A-E921-909E-DFD5-08ED8279D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36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1B56D-7C27-B406-A521-13AF5203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3D67FEB-4499-DD4E-EA3D-0C4A724B0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49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BB9C1-FF28-D509-F258-557672013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25F1CE2-1ED8-2694-ACEC-8C156B3E6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563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9125E-EF22-B0FB-EC1C-611DF9C26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A88DB13-AB86-0353-0DDB-29B62B1BA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24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1AC16-E673-69A5-4C30-98A99CA6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6DAB948-A191-F17F-EF2F-FF3193473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781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C8269-CC30-9304-FBEA-4771907C8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EA2B614-C583-9D75-647B-015043DDA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57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F6439-E4FB-F6C9-3AC8-6A0D54EAF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69B854A-61F1-9B4A-7448-55E3FE6F0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77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6EF8D-6932-7F21-79EB-8B711E93A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2034F11-0FE2-0644-2D28-F5ED28E06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98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352D3-0A87-ED72-D23B-69756A69E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828A0E0-6CD8-7948-4383-81C092B52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968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3E917-6EB3-6164-0528-A86162A0F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C83E839-0AD6-6650-504F-BAFA3E28F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94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46BA5-FDFD-AA5C-6B96-B7794FF36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5CBC435-AB61-5FCC-917F-924007E86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78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66F6A-942F-B096-F04E-08C799964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83D1EC-EC32-D4F1-58D9-1A009B3CA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3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8C208-E330-2506-79B0-B940F01AD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B6989F1-BC7F-E480-A2D6-F0BC56344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680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125A3-7070-588E-97E1-AF416F90F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3881E6A-8A27-1FAD-F6CE-4E8D8B8A2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073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689E1-7127-2FFD-5BBB-2B5D9F201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2BE86-5D9D-6F5D-BD23-059E0ACFA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53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0456C-5EBB-FA66-0C44-18D0210A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5110A19-D270-E0BD-8995-67DA69FE4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9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BF80E-C62C-943B-EB19-D442F3B95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9A83192-4335-85CF-AAAB-CBECD7C50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114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58324-D0FA-84A4-B349-A72C09A2A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AD5AF13-B6A4-2B89-092E-E5A28FF60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470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D5BE1-B5F7-8126-4EBC-2438E470C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0AB8A63-3D97-AA10-69C7-8C01B8BB4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1704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Panorámica</PresentationFormat>
  <Paragraphs>0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Santino Ascencio</dc:creator>
  <cp:lastModifiedBy>Felipe Santino Ascencio</cp:lastModifiedBy>
  <cp:revision>1</cp:revision>
  <dcterms:created xsi:type="dcterms:W3CDTF">2026-06-23T23:14:05Z</dcterms:created>
  <dcterms:modified xsi:type="dcterms:W3CDTF">2026-06-23T23:50:56Z</dcterms:modified>
</cp:coreProperties>
</file>